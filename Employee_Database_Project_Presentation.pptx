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1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9143861" cy="6857895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0" charset="0"/>
      </a:defRPr>
    </a:lvl1pPr>
    <a:lvl2pPr marL="2286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0" charset="0"/>
      </a:defRPr>
    </a:lvl2pPr>
    <a:lvl3pPr marL="4572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0" charset="0"/>
      </a:defRPr>
    </a:lvl3pPr>
    <a:lvl4pPr marL="6858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0" charset="0"/>
      </a:defRPr>
    </a:lvl4pPr>
    <a:lvl5pPr marL="9144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0" charset="0"/>
      </a:defRPr>
    </a:lvl5pPr>
    <a:lvl6pPr marL="11430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0" charset="0"/>
      </a:defRPr>
    </a:lvl6pPr>
    <a:lvl7pPr marL="13716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0" charset="0"/>
      </a:defRPr>
    </a:lvl7pPr>
    <a:lvl8pPr marL="16002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0" charset="0"/>
      </a:defRPr>
    </a:lvl8pPr>
    <a:lvl9pPr marL="16002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>
      <p:cViewPr varScale="1">
        <p:scale>
          <a:sx n="84" d="100"/>
          <a:sy n="84" d="100"/>
        </p:scale>
        <p:origin x="0" y="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Relationship Id="rId3" Type="http://schemas.openxmlformats.org/officeDocument/2006/relationships/image" Target="../media/2.png"/><Relationship Id="rId4" Type="http://schemas.openxmlformats.org/officeDocument/2006/relationships/image" Target="../media/3.png"/><Relationship Id="rId5" Type="http://schemas.openxmlformats.org/officeDocument/2006/relationships/image" Target="../media/4.png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635906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43585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841881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049667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039164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310816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118861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69354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186324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85999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47420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13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2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sp>
        <p:nvSpPr>
          <p:cNvPr id="8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1011237" y="512889"/>
            <a:ext cx="5931534" cy="45974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endParaRPr lang="zh-CN" altLang="en-US" sz="2850" b="0" i="0">
              <a:solidFill>
                <a:srgbClr val="F7FAFC"/>
              </a:solidFill>
              <a:latin typeface="Arial Black" pitchFamily="0" charset="0"/>
              <a:cs typeface="Arial Black" pitchFamily="0" charset="0"/>
            </a:endParaRPr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6210300" y="3357562"/>
            <a:ext cx="5429249" cy="283527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endParaRPr lang="zh-CN" altLang="en-US" b="0" i="0">
              <a:solidFill>
                <a:schemeClr val="tx1"/>
              </a:solidFill>
            </a:endParaRPr>
          </a:p>
        </p:txBody>
      </p:sp>
      <p:sp>
        <p:nvSpPr>
          <p:cNvPr id="10" name="文本框"/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 rot="0">
            <a:off x="4145279" y="6377940"/>
            <a:ext cx="3901440" cy="3429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ctr"/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11" name="文本框"/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 rot="0">
            <a:off x="609600" y="6377940"/>
            <a:ext cx="2804160" cy="3429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l"/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12" name="文本框"/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 rot="0">
            <a:off x="8778240" y="6377940"/>
            <a:ext cx="2804160" cy="3429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2400" b="0" i="0" u="none" strike="noStrike" kern="0" cap="none" spc="0" baseline="0">
                <a:solidFill>
                  <a:srgbClr val="898989"/>
                </a:solidFill>
                <a:latin typeface="Droid Sans"/>
                <a:ea typeface="Droid Sans"/>
                <a:cs typeface="Lucida Sans"/>
              </a:rPr>
              <a:t>&lt;#&gt;</a:t>
            </a:fld>
            <a:endParaRPr lang="zh-CN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927830"/>
      </p:ext>
    </p:extLst>
  </p:cSld>
  <p:clrMapOvr>
    <a:masterClrMapping xmlns:a="http://schemas.openxmlformats.org/drawingml/2006/main"/>
  </p:clrMapOvr>
</p:sldLayout>
</file>

<file path=ppt/slideLayouts/slideLayout13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125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2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126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3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9324975" y="0"/>
            <a:ext cx="2867024" cy="2867024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127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4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0" y="4467225"/>
            <a:ext cx="2867024" cy="2390774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128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5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5514974" y="1978816"/>
            <a:ext cx="1162049" cy="3047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sp>
        <p:nvSpPr>
          <p:cNvPr id="129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1011237" y="512889"/>
            <a:ext cx="5931534" cy="45974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endParaRPr lang="zh-CN" altLang="en-US" sz="2850" b="0" i="0">
              <a:solidFill>
                <a:srgbClr val="F7FAFC"/>
              </a:solidFill>
              <a:latin typeface="Arial Black" pitchFamily="0" charset="0"/>
              <a:cs typeface="Arial Black" pitchFamily="0" charset="0"/>
            </a:endParaRPr>
          </a:p>
        </p:txBody>
      </p:sp>
      <p:sp>
        <p:nvSpPr>
          <p:cNvPr id="130" name="文本框"/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 rot="0">
            <a:off x="4145279" y="6377940"/>
            <a:ext cx="3901440" cy="3429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ctr"/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131" name="文本框"/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 rot="0">
            <a:off x="609600" y="6377940"/>
            <a:ext cx="2804160" cy="3429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l"/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132" name="文本框"/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 rot="0">
            <a:off x="8778240" y="6377940"/>
            <a:ext cx="2804160" cy="3429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2400" b="0" i="0" u="none" strike="noStrike" kern="0" cap="none" spc="0" baseline="0">
                <a:solidFill>
                  <a:srgbClr val="898989"/>
                </a:solidFill>
                <a:latin typeface="Droid Sans"/>
                <a:ea typeface="Droid Sans"/>
                <a:cs typeface="Lucida Sans"/>
              </a:rPr>
              <a:t>&lt;#&gt;</a:t>
            </a:fld>
            <a:endParaRPr lang="zh-CN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941064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" name="文本框"/>
          <p:cNvSpPr>
            <a:spLocks noGrp="1"/>
          </p:cNvSpPr>
          <p:nvPr>
            <p:ph type="title"/>
          </p:nvPr>
        </p:nvSpPr>
        <p:spPr>
          <a:xfrm rot="0">
            <a:off x="1011237" y="512889"/>
            <a:ext cx="5931534" cy="459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endParaRPr lang="zh-CN" altLang="en-US" sz="2850" b="0" i="0">
              <a:solidFill>
                <a:srgbClr val="F7FAFC"/>
              </a:solidFill>
              <a:latin typeface="Arial Black" pitchFamily="0" charset="0"/>
              <a:cs typeface="Arial Black" pitchFamily="0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body" idx="1"/>
          </p:nvPr>
        </p:nvSpPr>
        <p:spPr>
          <a:xfrm rot="0">
            <a:off x="6210300" y="3357562"/>
            <a:ext cx="5429249" cy="28352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endParaRPr lang="zh-CN" altLang="en-US" b="0" i="0">
              <a:solidFill>
                <a:schemeClr val="tx1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5"/>
          </p:nvPr>
        </p:nvSpPr>
        <p:spPr>
          <a:xfrm rot="0">
            <a:off x="4145279" y="6377940"/>
            <a:ext cx="390144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algn="ctr"/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dt" idx="6"/>
          </p:nvPr>
        </p:nvSpPr>
        <p:spPr>
          <a:xfrm rot="0">
            <a:off x="609600" y="6377940"/>
            <a:ext cx="280416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algn="l"/>
            <a:fld id="{CAD2D6BD-DE1B-4B5F-8B41-2702339687B9}" type="datetime1">
              <a:rPr lang="en-US" altLang="zh-CN">
                <a:solidFill>
                  <a:srgbClr val="898989"/>
                </a:solidFill>
              </a:rPr>
              <a:t>10/2/2026</a:t>
            </a:fld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idx="7"/>
          </p:nvPr>
        </p:nvSpPr>
        <p:spPr>
          <a:xfrm rot="0">
            <a:off x="8778240" y="6377940"/>
            <a:ext cx="280416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algn="r"/>
            <a:fld id="{CAD2D6BD-DE1B-4B5F-8B41-2702339687B9}" type="slidenum">
              <a:rPr lang="en-US" altLang="zh-CN" sz="2400" b="0" i="0" u="none" strike="noStrike" kern="0" cap="none" spc="0" baseline="0">
                <a:solidFill>
                  <a:srgbClr val="898989"/>
                </a:solidFill>
                <a:latin typeface="Droid Sans"/>
                <a:ea typeface="Droid Sans"/>
                <a:cs typeface="Lucida Sans"/>
              </a:rPr>
              <a:t>&lt;#&gt;</a:t>
            </a:fld>
            <a:endParaRPr lang="zh-CN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03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sldNum="0" hdr="0" ftr="0" dt="0"/>
  <p:txStyles>
    <p:titleStyle>
      <a:lvl1pPr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1pPr>
      <a:lvl2pPr marL="4572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2pPr>
      <a:lvl3pPr marL="9144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3pPr>
      <a:lvl4pPr marL="13716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4pPr>
      <a:lvl5pPr marL="18288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5pPr>
      <a:lvl6pPr marL="22860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6pPr>
      <a:lvl7pPr marL="27432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7pPr>
      <a:lvl8pPr marL="32004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8pPr>
      <a:lvl9pPr marL="32004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2.png"/><Relationship Id="rId2" Type="http://schemas.openxmlformats.org/officeDocument/2006/relationships/image" Target="../media/3.png"/><Relationship Id="rId3" Type="http://schemas.openxmlformats.org/officeDocument/2006/relationships/image" Target="../media/5.png"/><Relationship Id="rId4" Type="http://schemas.openxmlformats.org/officeDocument/2006/relationships/image" Target="../media/6.png"/><Relationship Id="rId5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7.png"/><Relationship Id="rId2" Type="http://schemas.openxmlformats.org/officeDocument/2006/relationships/image" Target="../media/8.png"/><Relationship Id="rId3" Type="http://schemas.openxmlformats.org/officeDocument/2006/relationships/image" Target="../media/9.png"/><Relationship Id="rId4" Type="http://schemas.openxmlformats.org/officeDocument/2006/relationships/image" Target="../media/10.png"/><Relationship Id="rId5" Type="http://schemas.openxmlformats.org/officeDocument/2006/relationships/image" Target="../media/11.png"/><Relationship Id="rId6" Type="http://schemas.openxmlformats.org/officeDocument/2006/relationships/image" Target="../media/10.png"/><Relationship Id="rId7" Type="http://schemas.openxmlformats.org/officeDocument/2006/relationships/image" Target="../media/12.png"/><Relationship Id="rId8" Type="http://schemas.openxmlformats.org/officeDocument/2006/relationships/image" Target="../media/13.png"/><Relationship Id="rId9" Type="http://schemas.openxmlformats.org/officeDocument/2006/relationships/image" Target="../media/14.png"/><Relationship Id="rId10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15.png"/><Relationship Id="rId2" Type="http://schemas.openxmlformats.org/officeDocument/2006/relationships/image" Target="../media/16.png"/><Relationship Id="rId3" Type="http://schemas.openxmlformats.org/officeDocument/2006/relationships/image" Target="../media/17.png"/><Relationship Id="rId4" Type="http://schemas.openxmlformats.org/officeDocument/2006/relationships/image" Target="../media/11.png"/><Relationship Id="rId5" Type="http://schemas.openxmlformats.org/officeDocument/2006/relationships/image" Target="../media/18.png"/><Relationship Id="rId6" Type="http://schemas.openxmlformats.org/officeDocument/2006/relationships/image" Target="../media/19.png"/><Relationship Id="rId7" Type="http://schemas.openxmlformats.org/officeDocument/2006/relationships/image" Target="../media/20.png"/><Relationship Id="rId8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21.png"/><Relationship Id="rId2" Type="http://schemas.openxmlformats.org/officeDocument/2006/relationships/image" Target="../media/22.png"/><Relationship Id="rId3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23.png"/><Relationship Id="rId2" Type="http://schemas.openxmlformats.org/officeDocument/2006/relationships/image" Target="../media/24.png"/><Relationship Id="rId3" Type="http://schemas.openxmlformats.org/officeDocument/2006/relationships/image" Target="../media/25.png"/><Relationship Id="rId4" Type="http://schemas.openxmlformats.org/officeDocument/2006/relationships/image" Target="../media/26.png"/><Relationship Id="rId5" Type="http://schemas.openxmlformats.org/officeDocument/2006/relationships/image" Target="../media/27.png"/><Relationship Id="rId6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28.png"/><Relationship Id="rId2" Type="http://schemas.openxmlformats.org/officeDocument/2006/relationships/image" Target="../media/29.png"/><Relationship Id="rId3" Type="http://schemas.openxmlformats.org/officeDocument/2006/relationships/image" Target="../media/30.png"/><Relationship Id="rId4" Type="http://schemas.openxmlformats.org/officeDocument/2006/relationships/image" Target="../media/31.png"/><Relationship Id="rId5" Type="http://schemas.openxmlformats.org/officeDocument/2006/relationships/image" Target="../media/32.png"/><Relationship Id="rId6" Type="http://schemas.openxmlformats.org/officeDocument/2006/relationships/image" Target="../media/33.png"/><Relationship Id="rId7" Type="http://schemas.openxmlformats.org/officeDocument/2006/relationships/image" Target="../media/34.png"/><Relationship Id="rId8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35.png"/><Relationship Id="rId2" Type="http://schemas.openxmlformats.org/officeDocument/2006/relationships/image" Target="../media/36.png"/><Relationship Id="rId3" Type="http://schemas.openxmlformats.org/officeDocument/2006/relationships/image" Target="../media/37.png"/><Relationship Id="rId4" Type="http://schemas.openxmlformats.org/officeDocument/2006/relationships/image" Target="../media/38.png"/><Relationship Id="rId5" Type="http://schemas.openxmlformats.org/officeDocument/2006/relationships/image" Target="../media/39.png"/><Relationship Id="rId6" Type="http://schemas.openxmlformats.org/officeDocument/2006/relationships/image" Target="../media/40.png"/><Relationship Id="rId7" Type="http://schemas.openxmlformats.org/officeDocument/2006/relationships/image" Target="../media/41.png"/><Relationship Id="rId8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42.png"/><Relationship Id="rId2" Type="http://schemas.openxmlformats.org/officeDocument/2006/relationships/image" Target="../media/43.png"/><Relationship Id="rId3" Type="http://schemas.openxmlformats.org/officeDocument/2006/relationships/image" Target="../media/44.png"/><Relationship Id="rId4" Type="http://schemas.openxmlformats.org/officeDocument/2006/relationships/image" Target="../media/45.png"/><Relationship Id="rId5" Type="http://schemas.openxmlformats.org/officeDocument/2006/relationships/image" Target="../media/46.png"/><Relationship Id="rId6" Type="http://schemas.openxmlformats.org/officeDocument/2006/relationships/image" Target="../media/47.png"/><Relationship Id="rId7" Type="http://schemas.openxmlformats.org/officeDocument/2006/relationships/image" Target="../media/48.png"/><Relationship Id="rId8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49.png"/><Relationship Id="rId2" Type="http://schemas.openxmlformats.org/officeDocument/2006/relationships/image" Target="../media/36.png"/><Relationship Id="rId3" Type="http://schemas.openxmlformats.org/officeDocument/2006/relationships/image" Target="../media/50.png"/><Relationship Id="rId4" Type="http://schemas.openxmlformats.org/officeDocument/2006/relationships/image" Target="../media/51.png"/><Relationship Id="rId5" Type="http://schemas.openxmlformats.org/officeDocument/2006/relationships/image" Target="../media/52.png"/><Relationship Id="rId6" Type="http://schemas.openxmlformats.org/officeDocument/2006/relationships/image" Target="../media/53.png"/><Relationship Id="rId7" Type="http://schemas.openxmlformats.org/officeDocument/2006/relationships/image" Target="../media/54.png"/><Relationship Id="rId8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55.png"/><Relationship Id="rId2" Type="http://schemas.openxmlformats.org/officeDocument/2006/relationships/image" Target="../media/56.png"/><Relationship Id="rId3" Type="http://schemas.openxmlformats.org/officeDocument/2006/relationships/image" Target="../media/57.png"/><Relationship Id="rId4" Type="http://schemas.openxmlformats.org/officeDocument/2006/relationships/image" Target="../media/58.png"/><Relationship Id="rId5" Type="http://schemas.openxmlformats.org/officeDocument/2006/relationships/image" Target="../media/59.png"/><Relationship Id="rId6" Type="http://schemas.openxmlformats.org/officeDocument/2006/relationships/image" Target="../media/60.png"/><Relationship Id="rId7" Type="http://schemas.openxmlformats.org/officeDocument/2006/relationships/image" Target="../media/61.png"/><Relationship Id="rId8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324975" y="0"/>
            <a:ext cx="2867024" cy="2867024"/>
          </a:xfrm>
          <a:prstGeom prst="rect"/>
          <a:noFill/>
          <a:ln w="12700" cmpd="sng" cap="flat">
            <a:noFill/>
            <a:prstDash val="solid"/>
            <a:miter/>
          </a:ln>
        </p:spPr>
      </p:pic>
      <p:grpSp>
        <p:nvGrpSpPr>
          <p:cNvPr id="17" name="组合"/>
          <p:cNvGrpSpPr>
            <a:grpSpLocks/>
          </p:cNvGrpSpPr>
          <p:nvPr/>
        </p:nvGrpSpPr>
        <p:grpSpPr>
          <a:xfrm>
            <a:off x="0" y="4046190"/>
            <a:ext cx="10382249" cy="2811809"/>
            <a:chOff x="0" y="4046190"/>
            <a:chExt cx="10382249" cy="2811809"/>
          </a:xfrm>
        </p:grpSpPr>
        <p:pic>
          <p:nvPicPr>
            <p:cNvPr id="15" name="图片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0">
              <a:off x="0" y="4467225"/>
              <a:ext cx="2867024" cy="239077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  <p:pic>
          <p:nvPicPr>
            <p:cNvPr id="16" name="图片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0">
              <a:off x="1809750" y="4046190"/>
              <a:ext cx="8572498" cy="1847848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pic>
        <p:nvPicPr>
          <p:cNvPr id="18" name="图片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4981575" y="963958"/>
            <a:ext cx="2228849" cy="30479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9" name="文本框" descr="$PPTXTitle"/>
          <p:cNvSpPr>
            <a:spLocks noGrp="1"/>
          </p:cNvSpPr>
          <p:nvPr>
            <p:ph type="title"/>
          </p:nvPr>
        </p:nvSpPr>
        <p:spPr>
          <a:xfrm rot="0">
            <a:off x="3039012" y="1364339"/>
            <a:ext cx="6114415" cy="16414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419098" indent="-1407160" algn="l">
              <a:lnSpc>
                <a:spcPct val="114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4650" b="0" i="0" u="none" strike="noStrike" kern="0" cap="none" spc="-15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Employee</a:t>
            </a:r>
            <a:r>
              <a:rPr lang="en-US" altLang="zh-CN" sz="4650" b="0" i="0" u="none" strike="noStrike" kern="0" cap="none" spc="-56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4650" b="0" i="0" u="none" strike="noStrike" kern="0" cap="none" spc="-9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Database </a:t>
            </a:r>
            <a:r>
              <a:rPr lang="en-US" altLang="zh-CN" sz="4650" b="0" i="0" u="none" strike="noStrike" kern="0" cap="none" spc="-2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Operations</a:t>
            </a:r>
            <a:endParaRPr lang="zh-CN" altLang="en-US" sz="4650" b="0" i="0" u="none" strike="noStrike" kern="0" cap="none" spc="0" baseline="0">
              <a:solidFill>
                <a:srgbClr val="F7FAFC"/>
              </a:solidFill>
              <a:latin typeface="Arial Black" pitchFamily="0" charset="0"/>
              <a:ea typeface="宋体" pitchFamily="0" charset="0"/>
              <a:cs typeface="Arial Black" pitchFamily="0" charset="0"/>
            </a:endParaRPr>
          </a:p>
        </p:txBody>
      </p:sp>
      <p:sp>
        <p:nvSpPr>
          <p:cNvPr id="20" name="矩形"/>
          <p:cNvSpPr>
            <a:spLocks/>
          </p:cNvSpPr>
          <p:nvPr/>
        </p:nvSpPr>
        <p:spPr>
          <a:xfrm rot="0">
            <a:off x="2462125" y="3082895"/>
            <a:ext cx="7263130" cy="58801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0" cap="none" spc="125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A </a:t>
            </a:r>
            <a:r>
              <a:rPr lang="en-US" altLang="zh-CN" sz="1500" b="0" i="0" u="none" strike="noStrike" kern="0" cap="none" spc="5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structured</a:t>
            </a:r>
            <a:r>
              <a:rPr lang="en-US" altLang="zh-CN" sz="1500" b="0" i="0" u="none" strike="noStrike" kern="0" cap="none" spc="13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500" b="0" i="0" u="none" strike="noStrike" kern="0" cap="none" spc="6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database</a:t>
            </a:r>
            <a:r>
              <a:rPr lang="en-US" altLang="zh-CN" sz="1500" b="0" i="0" u="none" strike="noStrike" kern="0" cap="none" spc="13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500" b="0" i="0" u="none" strike="noStrike" kern="0" cap="none" spc="7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workbook</a:t>
            </a:r>
            <a:r>
              <a:rPr lang="en-US" altLang="zh-CN" sz="1500" b="0" i="0" u="none" strike="noStrike" kern="0" cap="none" spc="125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500" b="0" i="0" u="none" strike="noStrike" kern="0" cap="none" spc="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illustrating</a:t>
            </a:r>
            <a:r>
              <a:rPr lang="en-US" altLang="zh-CN" sz="1500" b="0" i="0" u="none" strike="noStrike" kern="0" cap="none" spc="13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500" b="0" i="0" u="none" strike="noStrike" kern="0" cap="none" spc="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table</a:t>
            </a:r>
            <a:r>
              <a:rPr lang="en-US" altLang="zh-CN" sz="1500" b="0" i="0" u="none" strike="noStrike" kern="0" cap="none" spc="13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500" b="0" i="0" u="none" strike="noStrike" kern="0" cap="none" spc="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instantiation,</a:t>
            </a:r>
            <a:r>
              <a:rPr lang="en-US" altLang="zh-CN" sz="1500" b="0" i="0" u="none" strike="noStrike" kern="0" cap="none" spc="125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500" b="0" i="0" u="none" strike="noStrike" kern="0" cap="none" spc="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updates,</a:t>
            </a:r>
            <a:r>
              <a:rPr lang="en-US" altLang="zh-CN" sz="1500" b="0" i="0" u="none" strike="noStrike" kern="0" cap="none" spc="13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500" b="0" i="0" u="none" strike="noStrike" kern="0" cap="none" spc="4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queries,</a:t>
            </a:r>
            <a:endParaRPr lang="en-US" altLang="zh-CN" sz="15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2540" indent="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0" cap="none" spc="6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and</a:t>
            </a:r>
            <a:r>
              <a:rPr lang="en-US" altLang="zh-CN" sz="1500" b="0" i="0" u="none" strike="noStrike" kern="0" cap="none" spc="-35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500" b="0" i="0" u="none" strike="noStrike" kern="0" cap="none" spc="55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key</a:t>
            </a:r>
            <a:r>
              <a:rPr lang="en-US" altLang="zh-CN" sz="1500" b="0" i="0" u="none" strike="noStrike" kern="0" cap="none" spc="-35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500" b="0" i="0" u="none" strike="noStrike" kern="0" cap="none" spc="65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performance</a:t>
            </a:r>
            <a:r>
              <a:rPr lang="en-US" altLang="zh-CN" sz="1500" b="0" i="0" u="none" strike="noStrike" kern="0" cap="none" spc="-35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500" b="0" i="0" u="none" strike="noStrike" kern="0" cap="none" spc="55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metric</a:t>
            </a:r>
            <a:r>
              <a:rPr lang="en-US" altLang="zh-CN" sz="1500" b="0" i="0" u="none" strike="noStrike" kern="0" cap="none" spc="-35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500" b="0" i="0" u="none" strike="noStrike" kern="0" cap="none" spc="-1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operations.</a:t>
            </a:r>
            <a:endParaRPr lang="zh-CN" altLang="en-US" sz="15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21" name="矩形"/>
          <p:cNvSpPr>
            <a:spLocks/>
          </p:cNvSpPr>
          <p:nvPr/>
        </p:nvSpPr>
        <p:spPr>
          <a:xfrm rot="0">
            <a:off x="1797050" y="4227419"/>
            <a:ext cx="2016760" cy="1936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-25" baseline="0">
                <a:solidFill>
                  <a:srgbClr val="64738B"/>
                </a:solidFill>
                <a:latin typeface="Tahoma" pitchFamily="0" charset="0"/>
                <a:ea typeface="Droid Sans"/>
                <a:cs typeface="Tahoma" pitchFamily="0" charset="0"/>
              </a:rPr>
              <a:t>Presented</a:t>
            </a:r>
            <a:r>
              <a:rPr lang="en-US" altLang="zh-CN" sz="1200" b="1" i="0" u="none" strike="noStrike" kern="0" cap="none" spc="-45" baseline="0">
                <a:solidFill>
                  <a:srgbClr val="64738B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1" i="0" u="none" strike="noStrike" kern="0" cap="none" spc="0" baseline="0">
                <a:solidFill>
                  <a:srgbClr val="64738B"/>
                </a:solidFill>
                <a:latin typeface="Tahoma" pitchFamily="0" charset="0"/>
                <a:ea typeface="Droid Sans"/>
                <a:cs typeface="Tahoma" pitchFamily="0" charset="0"/>
              </a:rPr>
              <a:t>by</a:t>
            </a:r>
            <a:r>
              <a:rPr lang="en-US" altLang="zh-CN" sz="1200" b="1" i="0" u="none" strike="noStrike" kern="0" cap="none" spc="5" baseline="0">
                <a:solidFill>
                  <a:srgbClr val="64738B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1" i="0" u="none" strike="noStrike" kern="0" cap="none" spc="-35" baseline="0">
                <a:solidFill>
                  <a:srgbClr val="37BDF7"/>
                </a:solidFill>
                <a:latin typeface="Tahoma" pitchFamily="0" charset="0"/>
                <a:ea typeface="Droid Sans"/>
                <a:cs typeface="Tahoma" pitchFamily="0" charset="0"/>
              </a:rPr>
              <a:t>Sunita</a:t>
            </a:r>
            <a:r>
              <a:rPr lang="en-US" altLang="zh-CN" sz="1200" b="1" i="0" u="none" strike="noStrike" kern="0" cap="none" spc="-60" baseline="0">
                <a:solidFill>
                  <a:srgbClr val="37BDF7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1" i="0" u="none" strike="noStrike" kern="0" cap="none" spc="-10" baseline="0">
                <a:solidFill>
                  <a:srgbClr val="37BDF7"/>
                </a:solidFill>
                <a:latin typeface="Tahoma" pitchFamily="0" charset="0"/>
                <a:ea typeface="Droid Sans"/>
                <a:cs typeface="Tahoma" pitchFamily="0" charset="0"/>
              </a:rPr>
              <a:t>palkar</a:t>
            </a:r>
            <a:endParaRPr lang="zh-CN" altLang="en-US" sz="12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22" name="矩形"/>
          <p:cNvSpPr>
            <a:spLocks/>
          </p:cNvSpPr>
          <p:nvPr/>
        </p:nvSpPr>
        <p:spPr>
          <a:xfrm rot="0">
            <a:off x="6178549" y="4227419"/>
            <a:ext cx="1747520" cy="1936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-20" baseline="0">
                <a:solidFill>
                  <a:srgbClr val="64738B"/>
                </a:solidFill>
                <a:latin typeface="Tahoma" pitchFamily="0" charset="0"/>
                <a:ea typeface="Droid Sans"/>
                <a:cs typeface="Tahoma" pitchFamily="0" charset="0"/>
              </a:rPr>
              <a:t>Guided</a:t>
            </a:r>
            <a:r>
              <a:rPr lang="en-US" altLang="zh-CN" sz="1200" b="1" i="0" u="none" strike="noStrike" kern="0" cap="none" spc="-45" baseline="0">
                <a:solidFill>
                  <a:srgbClr val="64738B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1" i="0" u="none" strike="noStrike" kern="0" cap="none" spc="0" baseline="0">
                <a:solidFill>
                  <a:srgbClr val="64738B"/>
                </a:solidFill>
                <a:latin typeface="Tahoma" pitchFamily="0" charset="0"/>
                <a:ea typeface="Droid Sans"/>
                <a:cs typeface="Tahoma" pitchFamily="0" charset="0"/>
              </a:rPr>
              <a:t>by</a:t>
            </a:r>
            <a:r>
              <a:rPr lang="en-US" altLang="zh-CN" sz="1200" b="1" i="0" u="none" strike="noStrike" kern="0" cap="none" spc="-5" baseline="0">
                <a:solidFill>
                  <a:srgbClr val="64738B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1" i="0" u="none" strike="noStrike" kern="0" cap="none" spc="0" baseline="0">
                <a:solidFill>
                  <a:srgbClr val="34D399"/>
                </a:solidFill>
                <a:latin typeface="Tahoma" pitchFamily="0" charset="0"/>
                <a:ea typeface="Droid Sans"/>
                <a:cs typeface="Tahoma" pitchFamily="0" charset="0"/>
              </a:rPr>
              <a:t>Mangesh</a:t>
            </a:r>
            <a:r>
              <a:rPr lang="en-US" altLang="zh-CN" sz="1200" b="1" i="0" u="none" strike="noStrike" kern="0" cap="none" spc="-60" baseline="0">
                <a:solidFill>
                  <a:srgbClr val="34D399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1" i="0" u="none" strike="noStrike" kern="0" cap="none" spc="-25" baseline="0">
                <a:solidFill>
                  <a:srgbClr val="34D399"/>
                </a:solidFill>
                <a:latin typeface="Tahoma" pitchFamily="0" charset="0"/>
                <a:ea typeface="Droid Sans"/>
                <a:cs typeface="Tahoma" pitchFamily="0" charset="0"/>
              </a:rPr>
              <a:t>Sir</a:t>
            </a:r>
            <a:endParaRPr lang="zh-CN" altLang="en-US" sz="12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23" name="矩形"/>
          <p:cNvSpPr>
            <a:spLocks/>
          </p:cNvSpPr>
          <p:nvPr/>
        </p:nvSpPr>
        <p:spPr>
          <a:xfrm rot="0">
            <a:off x="1797050" y="5091146"/>
            <a:ext cx="8311515" cy="7413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0" cap="none" spc="-3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Project</a:t>
            </a:r>
            <a:r>
              <a:rPr lang="en-US" altLang="zh-CN" sz="1050" b="1" i="0" u="none" strike="noStrike" kern="0" cap="none" spc="1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1" i="0" u="none" strike="noStrike" kern="0" cap="none" spc="-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Info:</a:t>
            </a:r>
            <a:r>
              <a:rPr lang="en-US" altLang="zh-CN" sz="1050" b="1" i="0" u="none" strike="noStrike" kern="0" cap="none" spc="20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Implemented</a:t>
            </a:r>
            <a:r>
              <a:rPr lang="en-US" altLang="zh-CN" sz="1050" b="0" i="0" u="none" strike="noStrike" kern="0" cap="none" spc="1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a</a:t>
            </a:r>
            <a:r>
              <a:rPr lang="en-US" altLang="zh-CN" sz="1050" b="0" i="0" u="none" strike="noStrike" kern="0" cap="none" spc="1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secure</a:t>
            </a:r>
            <a:r>
              <a:rPr lang="en-US" altLang="zh-CN" sz="1050" b="0" i="0" u="none" strike="noStrike" kern="0" cap="none" spc="1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backend</a:t>
            </a:r>
            <a:r>
              <a:rPr lang="en-US" altLang="zh-CN" sz="1050" b="0" i="0" u="none" strike="noStrike" kern="0" cap="none" spc="1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DDL</a:t>
            </a:r>
            <a:r>
              <a:rPr lang="en-US" altLang="zh-CN" sz="1050" b="0" i="0" u="none" strike="noStrike" kern="0" cap="none" spc="1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structure</a:t>
            </a:r>
            <a:r>
              <a:rPr lang="en-US" altLang="zh-CN" sz="1050" b="0" i="0" u="none" strike="noStrike" kern="0" cap="none" spc="1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mapping</a:t>
            </a:r>
            <a:r>
              <a:rPr lang="en-US" altLang="zh-CN" sz="1050" b="0" i="0" u="none" strike="noStrike" kern="0" cap="none" spc="1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employee</a:t>
            </a:r>
            <a:r>
              <a:rPr lang="en-US" altLang="zh-CN" sz="1050" b="0" i="0" u="none" strike="noStrike" kern="0" cap="none" spc="1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demographics</a:t>
            </a:r>
            <a:r>
              <a:rPr lang="en-US" altLang="zh-CN" sz="1050" b="0" i="0" u="none" strike="noStrike" kern="0" cap="none" spc="1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and</a:t>
            </a:r>
            <a:r>
              <a:rPr lang="en-US" altLang="zh-CN" sz="1050" b="0" i="0" u="none" strike="noStrike" kern="0" cap="none" spc="1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metrics.</a:t>
            </a:r>
            <a:r>
              <a:rPr lang="en-US" altLang="zh-CN" sz="1050" b="0" i="0" u="none" strike="noStrike" kern="0" cap="none" spc="1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This</a:t>
            </a:r>
            <a:r>
              <a:rPr lang="en-US" altLang="zh-CN" sz="1050" b="0" i="0" u="none" strike="noStrike" kern="0" cap="none" spc="1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presentation</a:t>
            </a:r>
            <a:r>
              <a:rPr lang="en-US" altLang="zh-CN" sz="1050" b="0" i="0" u="none" strike="noStrike" kern="0" cap="none" spc="1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-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details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hands-</a:t>
            </a:r>
            <a:r>
              <a:rPr lang="en-US" altLang="zh-CN" sz="1050" b="0" i="0" u="none" strike="noStrike" kern="0" cap="none" spc="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on</a:t>
            </a:r>
            <a:r>
              <a:rPr lang="en-US" altLang="zh-CN" sz="1050" b="0" i="0" u="none" strike="noStrike" kern="0" cap="none" spc="12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solutions</a:t>
            </a:r>
            <a:r>
              <a:rPr lang="en-US" altLang="zh-CN" sz="1050" b="0" i="0" u="none" strike="noStrike" kern="0" cap="none" spc="13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addressing</a:t>
            </a:r>
            <a:r>
              <a:rPr lang="en-US" altLang="zh-CN" sz="1050" b="0" i="0" u="none" strike="noStrike" kern="0" cap="none" spc="12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core</a:t>
            </a:r>
            <a:r>
              <a:rPr lang="en-US" altLang="zh-CN" sz="1050" b="0" i="0" u="none" strike="noStrike" kern="0" cap="none" spc="13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execution</a:t>
            </a:r>
            <a:r>
              <a:rPr lang="en-US" altLang="zh-CN" sz="1050" b="0" i="0" u="none" strike="noStrike" kern="0" cap="none" spc="12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scenarios</a:t>
            </a:r>
            <a:r>
              <a:rPr lang="en-US" altLang="zh-CN" sz="1050" b="0" i="0" u="none" strike="noStrike" kern="0" cap="none" spc="13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sourced</a:t>
            </a:r>
            <a:r>
              <a:rPr lang="en-US" altLang="zh-CN" sz="1050" b="0" i="0" u="none" strike="noStrike" kern="0" cap="none" spc="13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from</a:t>
            </a:r>
            <a:r>
              <a:rPr lang="en-US" altLang="zh-CN" sz="1050" b="0" i="0" u="none" strike="noStrike" kern="0" cap="none" spc="18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1" u="none" strike="noStrike" kern="0" cap="none" spc="-25" baseline="0">
                <a:solidFill>
                  <a:srgbClr val="94A3B8"/>
                </a:solidFill>
                <a:latin typeface="Verdana" pitchFamily="0" charset="0"/>
                <a:ea typeface="Droid Sans"/>
                <a:cs typeface="Verdana" pitchFamily="0" charset="0"/>
              </a:rPr>
              <a:t>"SQL</a:t>
            </a:r>
            <a:r>
              <a:rPr lang="en-US" altLang="zh-CN" sz="1050" b="0" i="1" u="none" strike="noStrike" kern="0" cap="none" spc="95" baseline="0">
                <a:solidFill>
                  <a:srgbClr val="94A3B8"/>
                </a:solidFill>
                <a:latin typeface="Verdana" pitchFamily="0" charset="0"/>
                <a:ea typeface="Droid Sans"/>
                <a:cs typeface="Verdana" pitchFamily="0" charset="0"/>
              </a:rPr>
              <a:t> </a:t>
            </a:r>
            <a:r>
              <a:rPr lang="en-US" altLang="zh-CN" sz="1050" b="0" i="1" u="none" strike="noStrike" kern="0" cap="none" spc="-45" baseline="0">
                <a:solidFill>
                  <a:srgbClr val="94A3B8"/>
                </a:solidFill>
                <a:latin typeface="Verdana" pitchFamily="0" charset="0"/>
                <a:ea typeface="Droid Sans"/>
                <a:cs typeface="Verdana" pitchFamily="0" charset="0"/>
              </a:rPr>
              <a:t>simple</a:t>
            </a:r>
            <a:r>
              <a:rPr lang="en-US" altLang="zh-CN" sz="1050" b="0" i="1" u="none" strike="noStrike" kern="0" cap="none" spc="95" baseline="0">
                <a:solidFill>
                  <a:srgbClr val="94A3B8"/>
                </a:solidFill>
                <a:latin typeface="Verdana" pitchFamily="0" charset="0"/>
                <a:ea typeface="Droid Sans"/>
                <a:cs typeface="Verdana" pitchFamily="0" charset="0"/>
              </a:rPr>
              <a:t> </a:t>
            </a:r>
            <a:r>
              <a:rPr lang="en-US" altLang="zh-CN" sz="1050" b="0" i="1" u="none" strike="noStrike" kern="0" cap="none" spc="-50" baseline="0">
                <a:solidFill>
                  <a:srgbClr val="94A3B8"/>
                </a:solidFill>
                <a:latin typeface="Verdana" pitchFamily="0" charset="0"/>
                <a:ea typeface="Droid Sans"/>
                <a:cs typeface="Verdana" pitchFamily="0" charset="0"/>
              </a:rPr>
              <a:t>problem</a:t>
            </a:r>
            <a:r>
              <a:rPr lang="en-US" altLang="zh-CN" sz="1050" b="0" i="1" u="none" strike="noStrike" kern="0" cap="none" spc="85" baseline="0">
                <a:solidFill>
                  <a:srgbClr val="94A3B8"/>
                </a:solidFill>
                <a:latin typeface="Verdana" pitchFamily="0" charset="0"/>
                <a:ea typeface="Droid Sans"/>
                <a:cs typeface="Verdana" pitchFamily="0" charset="0"/>
              </a:rPr>
              <a:t> </a:t>
            </a:r>
            <a:r>
              <a:rPr lang="en-US" altLang="zh-CN" sz="1050" b="0" i="1" u="none" strike="noStrike" kern="0" cap="none" spc="-30" baseline="0">
                <a:solidFill>
                  <a:srgbClr val="94A3B8"/>
                </a:solidFill>
                <a:latin typeface="Verdana" pitchFamily="0" charset="0"/>
                <a:ea typeface="Droid Sans"/>
                <a:cs typeface="Verdana" pitchFamily="0" charset="0"/>
              </a:rPr>
              <a:t>solving.docx"</a:t>
            </a:r>
            <a:r>
              <a:rPr lang="en-US" altLang="zh-CN" sz="1050" b="0" i="0" u="none" strike="noStrike" kern="0" cap="none" spc="-3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,</a:t>
            </a:r>
            <a:r>
              <a:rPr lang="en-US" altLang="zh-CN" sz="1050" b="0" i="0" u="none" strike="noStrike" kern="0" cap="none" spc="12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demonstrating</a:t>
            </a:r>
            <a:r>
              <a:rPr lang="en-US" altLang="zh-CN" sz="1050" b="0" i="0" u="none" strike="noStrike" kern="0" cap="none" spc="13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4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clean 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relational</a:t>
            </a:r>
            <a:r>
              <a:rPr lang="en-US" altLang="zh-CN" sz="1050" b="0" i="0" u="none" strike="noStrike" kern="0" cap="none" spc="1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integrity</a:t>
            </a:r>
            <a:r>
              <a:rPr lang="en-US" altLang="zh-CN" sz="1050" b="0" i="0" u="none" strike="noStrike" kern="0" cap="none" spc="114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and</a:t>
            </a:r>
            <a:r>
              <a:rPr lang="en-US" altLang="zh-CN" sz="1050" b="0" i="0" u="none" strike="noStrike" kern="0" cap="none" spc="114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optimization</a:t>
            </a:r>
            <a:r>
              <a:rPr lang="en-US" altLang="zh-CN" sz="1050" b="0" i="0" u="none" strike="noStrike" kern="0" cap="none" spc="1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-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techniques.</a:t>
            </a:r>
            <a:endParaRPr lang="zh-CN" altLang="en-US" sz="10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24" name="曲线"/>
          <p:cNvSpPr>
            <a:spLocks/>
          </p:cNvSpPr>
          <p:nvPr/>
        </p:nvSpPr>
        <p:spPr>
          <a:xfrm rot="0">
            <a:off x="1809750" y="5093939"/>
            <a:ext cx="8572500" cy="9524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9" y="21597"/>
                </a:moveTo>
                <a:lnTo>
                  <a:pt x="0" y="21597"/>
                </a:lnTo>
                <a:lnTo>
                  <a:pt x="0" y="0"/>
                </a:lnTo>
                <a:lnTo>
                  <a:pt x="21599" y="0"/>
                </a:lnTo>
                <a:lnTo>
                  <a:pt x="21599" y="21597"/>
                </a:lnTo>
                <a:close/>
              </a:path>
            </a:pathLst>
          </a:custGeom>
          <a:solidFill>
            <a:srgbClr val="FFFFFF"/>
          </a:solidFill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846768130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"/>
          <p:cNvGrpSpPr>
            <a:grpSpLocks/>
          </p:cNvGrpSpPr>
          <p:nvPr/>
        </p:nvGrpSpPr>
        <p:grpSpPr>
          <a:xfrm>
            <a:off x="581025" y="2478881"/>
            <a:ext cx="5372099" cy="2681285"/>
            <a:chOff x="581025" y="2478881"/>
            <a:chExt cx="5372099" cy="2681285"/>
          </a:xfrm>
        </p:grpSpPr>
        <p:pic>
          <p:nvPicPr>
            <p:cNvPr id="25" name="图片"/>
            <p:cNvPicPr>
              <a:picLocks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 rot="0">
              <a:off x="581025" y="2478881"/>
              <a:ext cx="5372099" cy="2681285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  <p:pic>
          <p:nvPicPr>
            <p:cNvPr id="26" name="图片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0">
              <a:off x="590550" y="2488406"/>
              <a:ext cx="5353048" cy="39052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pic>
        <p:nvPicPr>
          <p:cNvPr id="28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581025" y="604837"/>
            <a:ext cx="300035" cy="30479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29" name="图片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6238875" y="2566391"/>
            <a:ext cx="342898" cy="342898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0" name="图片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6238875" y="3465314"/>
            <a:ext cx="342898" cy="34289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1" name="图片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6238875" y="4364235"/>
            <a:ext cx="342898" cy="34289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2" name="图片"/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 rot="0">
            <a:off x="6334125" y="2661640"/>
            <a:ext cx="152398" cy="14343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3" name="图片"/>
          <p:cNvPicPr>
            <a:picLocks/>
          </p:cNvPicPr>
          <p:nvPr/>
        </p:nvPicPr>
        <p:blipFill>
          <a:blip r:embed="rId8" cstate="print"/>
          <a:stretch>
            <a:fillRect/>
          </a:stretch>
        </p:blipFill>
        <p:spPr>
          <a:xfrm rot="0">
            <a:off x="6334125" y="3569528"/>
            <a:ext cx="152398" cy="14343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4" name="图片"/>
          <p:cNvPicPr>
            <a:picLocks/>
          </p:cNvPicPr>
          <p:nvPr/>
        </p:nvPicPr>
        <p:blipFill>
          <a:blip r:embed="rId9" cstate="print"/>
          <a:stretch>
            <a:fillRect/>
          </a:stretch>
        </p:blipFill>
        <p:spPr>
          <a:xfrm rot="0">
            <a:off x="6334125" y="4459485"/>
            <a:ext cx="152398" cy="14343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5" name="矩形"/>
          <p:cNvSpPr>
            <a:spLocks/>
          </p:cNvSpPr>
          <p:nvPr/>
        </p:nvSpPr>
        <p:spPr>
          <a:xfrm rot="0">
            <a:off x="6721475" y="2414927"/>
            <a:ext cx="4719954" cy="26746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5095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0" cap="none" spc="-5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Primary</a:t>
            </a:r>
            <a:r>
              <a:rPr lang="en-US" altLang="zh-CN" sz="1350" b="0" i="0" u="none" strike="noStrike" kern="0" cap="none" spc="-9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350" b="0" i="0" u="none" strike="noStrike" kern="0" cap="none" spc="-11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Key</a:t>
            </a:r>
            <a:r>
              <a:rPr lang="en-US" altLang="zh-CN" sz="1350" b="0" i="0" u="none" strike="noStrike" kern="0" cap="none" spc="-9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350" b="0" i="0" u="none" strike="noStrike" kern="0" cap="none" spc="-1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Protection</a:t>
            </a:r>
            <a:endParaRPr lang="en-US" altLang="zh-CN" sz="1350" b="0" i="0" u="none" strike="noStrike" kern="0" cap="none" spc="0" baseline="0">
              <a:solidFill>
                <a:schemeClr val="tx1"/>
              </a:solidFill>
              <a:latin typeface="Arial Black" pitchFamily="0" charset="0"/>
              <a:ea typeface="Droid Sans"/>
              <a:cs typeface="Arial Black" pitchFamily="0" charset="0"/>
            </a:endParaRPr>
          </a:p>
          <a:p>
            <a:pPr marL="12700" indent="0" algn="l">
              <a:lnSpc>
                <a:spcPts val="209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0" cap="none" spc="7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1050" b="0" i="0" u="none" strike="noStrike" kern="0" cap="none" spc="7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emp_id</a:t>
            </a:r>
            <a:r>
              <a:rPr lang="en-US" altLang="zh-CN" sz="1050" b="0" i="0" u="none" strike="noStrike" kern="0" cap="none" spc="7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column</a:t>
            </a:r>
            <a:r>
              <a:rPr lang="en-US" altLang="zh-CN" sz="1050" b="0" i="0" u="none" strike="noStrike" kern="0" cap="none" spc="7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ensures</a:t>
            </a:r>
            <a:r>
              <a:rPr lang="en-US" altLang="zh-CN" sz="1050" b="0" i="0" u="none" strike="noStrike" kern="0" cap="none" spc="7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entity</a:t>
            </a:r>
            <a:r>
              <a:rPr lang="en-US" altLang="zh-CN" sz="1050" b="0" i="0" u="none" strike="noStrike" kern="0" cap="none" spc="7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integrity,</a:t>
            </a:r>
            <a:r>
              <a:rPr lang="en-US" altLang="zh-CN" sz="1050" b="0" i="0" u="none" strike="noStrike" kern="0" cap="none" spc="7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guaranteeing</a:t>
            </a:r>
            <a:r>
              <a:rPr lang="en-US" altLang="zh-CN" sz="1050" b="0" i="0" u="none" strike="noStrike" kern="0" cap="none" spc="7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that</a:t>
            </a:r>
            <a:r>
              <a:rPr lang="en-US" altLang="zh-CN" sz="1050" b="0" i="0" u="none" strike="noStrike" kern="0" cap="none" spc="7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every </a:t>
            </a:r>
            <a:r>
              <a:rPr lang="en-US" altLang="zh-CN" sz="1050" b="0" i="0" u="none" strike="noStrike" kern="0" cap="none" spc="6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employee</a:t>
            </a:r>
            <a:r>
              <a:rPr lang="en-US" altLang="zh-CN" sz="1050" b="0" i="0" u="none" strike="noStrike" kern="0" cap="none" spc="-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record</a:t>
            </a:r>
            <a:r>
              <a:rPr lang="en-US" altLang="zh-CN" sz="1050" b="0" i="0" u="none" strike="noStrike" kern="0" cap="none" spc="-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7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has</a:t>
            </a:r>
            <a:r>
              <a:rPr lang="en-US" altLang="zh-CN" sz="1050" b="0" i="0" u="none" strike="noStrike" kern="0" cap="none" spc="-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a</a:t>
            </a:r>
            <a:r>
              <a:rPr lang="en-US" altLang="zh-CN" sz="1050" b="0" i="0" u="none" strike="noStrike" kern="0" cap="none" spc="-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unique</a:t>
            </a:r>
            <a:r>
              <a:rPr lang="en-US" altLang="zh-CN" sz="1050" b="0" i="0" u="none" strike="noStrike" kern="0" cap="none" spc="-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identifier.</a:t>
            </a:r>
            <a:endParaRPr lang="en-US" altLang="zh-CN" sz="10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12700" indent="0" algn="l">
              <a:lnSpc>
                <a:spcPct val="100000"/>
              </a:lnSpc>
              <a:spcBef>
                <a:spcPts val="1145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0" cap="none" spc="-6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Decimal</a:t>
            </a:r>
            <a:r>
              <a:rPr lang="en-US" altLang="zh-CN" sz="1350" b="0" i="0" u="none" strike="noStrike" kern="0" cap="none" spc="-9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350" b="0" i="0" u="none" strike="noStrike" kern="0" cap="none" spc="-105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For</a:t>
            </a:r>
            <a:r>
              <a:rPr lang="en-US" altLang="zh-CN" sz="1350" b="0" i="0" u="none" strike="noStrike" kern="0" cap="none" spc="-85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350" b="0" i="0" u="none" strike="noStrike" kern="0" cap="none" spc="-1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Salary</a:t>
            </a:r>
            <a:endParaRPr lang="en-US" altLang="zh-CN" sz="1350" b="0" i="0" u="none" strike="noStrike" kern="0" cap="none" spc="0" baseline="0">
              <a:solidFill>
                <a:schemeClr val="tx1"/>
              </a:solidFill>
              <a:latin typeface="Arial Black" pitchFamily="0" charset="0"/>
              <a:ea typeface="Droid Sans"/>
              <a:cs typeface="Arial Black" pitchFamily="0" charset="0"/>
            </a:endParaRPr>
          </a:p>
          <a:p>
            <a:pPr marL="12700" indent="0" algn="l">
              <a:lnSpc>
                <a:spcPts val="209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0" cap="none" spc="7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We</a:t>
            </a:r>
            <a:r>
              <a:rPr lang="en-US" altLang="zh-CN" sz="1050" b="0" i="0" u="none" strike="noStrike" kern="0" cap="none" spc="3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8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use</a:t>
            </a:r>
            <a:r>
              <a:rPr lang="en-US" altLang="zh-CN" sz="1050" b="0" i="0" u="none" strike="noStrike" kern="0" cap="none" spc="4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2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DECIMAL(10,2)</a:t>
            </a:r>
            <a:r>
              <a:rPr lang="en-US" altLang="zh-CN" sz="1050" b="0" i="0" u="none" strike="noStrike" kern="0" cap="none" spc="3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2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to</a:t>
            </a:r>
            <a:r>
              <a:rPr lang="en-US" altLang="zh-CN" sz="1050" b="0" i="0" u="none" strike="noStrike" kern="0" cap="none" spc="4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2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maintain</a:t>
            </a:r>
            <a:r>
              <a:rPr lang="en-US" altLang="zh-CN" sz="1050" b="0" i="0" u="none" strike="noStrike" kern="0" cap="none" spc="3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absolute</a:t>
            </a:r>
            <a:r>
              <a:rPr lang="en-US" altLang="zh-CN" sz="1050" b="0" i="0" u="none" strike="noStrike" kern="0" cap="none" spc="4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precision</a:t>
            </a:r>
            <a:r>
              <a:rPr lang="en-US" altLang="zh-CN" sz="1050" b="0" i="0" u="none" strike="noStrike" kern="0" cap="none" spc="3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2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for</a:t>
            </a:r>
            <a:r>
              <a:rPr lang="en-US" altLang="zh-CN" sz="1050" b="0" i="0" u="none" strike="noStrike" kern="0" cap="none" spc="4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4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payroll</a:t>
            </a:r>
            <a:r>
              <a:rPr lang="en-US" altLang="zh-CN" sz="1050" b="0" i="0" u="none" strike="noStrike" kern="0" cap="none" spc="3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-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details, </a:t>
            </a:r>
            <a:r>
              <a:rPr lang="en-US" altLang="zh-CN" sz="1050" b="0" i="0" u="none" strike="noStrike" kern="0" cap="none" spc="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supporting</a:t>
            </a:r>
            <a:r>
              <a:rPr lang="en-US" altLang="zh-CN" sz="1050" b="0" i="0" u="none" strike="noStrike" kern="0" cap="none" spc="1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up</a:t>
            </a:r>
            <a:r>
              <a:rPr lang="en-US" altLang="zh-CN" sz="1050" b="0" i="0" u="none" strike="noStrike" kern="0" cap="none" spc="1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to</a:t>
            </a:r>
            <a:r>
              <a:rPr lang="en-US" altLang="zh-CN" sz="1050" b="0" i="0" u="none" strike="noStrike" kern="0" cap="none" spc="1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9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8</a:t>
            </a:r>
            <a:r>
              <a:rPr lang="en-US" altLang="zh-CN" sz="1050" b="0" i="0" u="none" strike="noStrike" kern="0" cap="none" spc="2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digits</a:t>
            </a:r>
            <a:r>
              <a:rPr lang="en-US" altLang="zh-CN" sz="1050" b="0" i="0" u="none" strike="noStrike" kern="0" cap="none" spc="1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before</a:t>
            </a:r>
            <a:r>
              <a:rPr lang="en-US" altLang="zh-CN" sz="1050" b="0" i="0" u="none" strike="noStrike" kern="0" cap="none" spc="1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and</a:t>
            </a:r>
            <a:r>
              <a:rPr lang="en-US" altLang="zh-CN" sz="1050" b="0" i="0" u="none" strike="noStrike" kern="0" cap="none" spc="1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8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2</a:t>
            </a:r>
            <a:r>
              <a:rPr lang="en-US" altLang="zh-CN" sz="1050" b="0" i="0" u="none" strike="noStrike" kern="0" cap="none" spc="2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digits</a:t>
            </a:r>
            <a:r>
              <a:rPr lang="en-US" altLang="zh-CN" sz="1050" b="0" i="0" u="none" strike="noStrike" kern="0" cap="none" spc="1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after</a:t>
            </a:r>
            <a:r>
              <a:rPr lang="en-US" altLang="zh-CN" sz="1050" b="0" i="0" u="none" strike="noStrike" kern="0" cap="none" spc="1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1050" b="0" i="0" u="none" strike="noStrike" kern="0" cap="none" spc="1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decimal</a:t>
            </a:r>
            <a:r>
              <a:rPr lang="en-US" altLang="zh-CN" sz="1050" b="0" i="0" u="none" strike="noStrike" kern="0" cap="none" spc="2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-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point.</a:t>
            </a:r>
            <a:endParaRPr lang="en-US" altLang="zh-CN" sz="10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12700" indent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0" cap="none" spc="-35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Variable-</a:t>
            </a:r>
            <a:r>
              <a:rPr lang="en-US" altLang="zh-CN" sz="1350" b="0" i="0" u="none" strike="noStrike" kern="0" cap="none" spc="-4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Length</a:t>
            </a:r>
            <a:r>
              <a:rPr lang="en-US" altLang="zh-CN" sz="1350" b="0" i="0" u="none" strike="noStrike" kern="0" cap="none" spc="-45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350" b="0" i="0" u="none" strike="noStrike" kern="0" cap="none" spc="-1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Fields</a:t>
            </a:r>
            <a:endParaRPr lang="en-US" altLang="zh-CN" sz="1350" b="0" i="0" u="none" strike="noStrike" kern="0" cap="none" spc="0" baseline="0">
              <a:solidFill>
                <a:schemeClr val="tx1"/>
              </a:solidFill>
              <a:latin typeface="Arial Black" pitchFamily="0" charset="0"/>
              <a:ea typeface="Droid Sans"/>
              <a:cs typeface="Arial Black" pitchFamily="0" charset="0"/>
            </a:endParaRPr>
          </a:p>
          <a:p>
            <a:pPr marL="12700" indent="0" algn="l">
              <a:lnSpc>
                <a:spcPts val="209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0" cap="none" spc="7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Using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VARCHAR(50)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dynamically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optimizes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data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storage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for</a:t>
            </a:r>
            <a:r>
              <a:rPr lang="en-US" altLang="zh-CN" sz="1050" b="0" i="0" u="none" strike="noStrike" kern="0" cap="none" spc="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text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-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inputs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like</a:t>
            </a:r>
            <a:r>
              <a:rPr lang="en-US" altLang="zh-CN" sz="1050" b="0" i="0" u="none" strike="noStrike" kern="0" cap="none" spc="2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departments,</a:t>
            </a:r>
            <a:r>
              <a:rPr lang="en-US" altLang="zh-CN" sz="1050" b="0" i="0" u="none" strike="noStrike" kern="0" cap="none" spc="2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4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projects,</a:t>
            </a:r>
            <a:r>
              <a:rPr lang="en-US" altLang="zh-CN" sz="1050" b="0" i="0" u="none" strike="noStrike" kern="0" cap="none" spc="2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and</a:t>
            </a:r>
            <a:r>
              <a:rPr lang="en-US" altLang="zh-CN" sz="1050" b="0" i="0" u="none" strike="noStrike" kern="0" cap="none" spc="2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4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names.</a:t>
            </a:r>
            <a:endParaRPr lang="zh-CN" altLang="en-US" sz="10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36" name="文本框" descr="$PPTXTitle"/>
          <p:cNvSpPr>
            <a:spLocks noGrp="1"/>
          </p:cNvSpPr>
          <p:nvPr>
            <p:ph type="title"/>
          </p:nvPr>
        </p:nvSpPr>
        <p:spPr>
          <a:xfrm rot="0">
            <a:off x="1011237" y="512889"/>
            <a:ext cx="5586730" cy="4508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2850" b="0" i="0" u="none" strike="noStrike" kern="0" cap="none" spc="-5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Creating</a:t>
            </a:r>
            <a:r>
              <a:rPr lang="en-US" altLang="zh-CN" sz="2850" b="0" i="0" u="none" strike="noStrike" kern="0" cap="none" spc="-31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9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the</a:t>
            </a:r>
            <a:r>
              <a:rPr lang="en-US" altLang="zh-CN" sz="2850" b="0" i="0" u="none" strike="noStrike" kern="0" cap="none" spc="-31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12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Employees</a:t>
            </a:r>
            <a:r>
              <a:rPr lang="en-US" altLang="zh-CN" sz="2850" b="0" i="0" u="none" strike="noStrike" kern="0" cap="none" spc="-31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6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Table</a:t>
            </a:r>
            <a:endParaRPr lang="zh-CN" altLang="en-US" sz="2850" b="0" i="0" u="none" strike="noStrike" kern="0" cap="none" spc="-65" baseline="0">
              <a:solidFill>
                <a:srgbClr val="F7FAFC"/>
              </a:solidFill>
              <a:latin typeface="Arial Black" pitchFamily="0" charset="0"/>
              <a:ea typeface="宋体" pitchFamily="0" charset="0"/>
              <a:cs typeface="Arial Blac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072492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"/>
          <p:cNvGrpSpPr>
            <a:grpSpLocks/>
          </p:cNvGrpSpPr>
          <p:nvPr/>
        </p:nvGrpSpPr>
        <p:grpSpPr>
          <a:xfrm>
            <a:off x="581025" y="2524273"/>
            <a:ext cx="5372099" cy="2590501"/>
            <a:chOff x="581025" y="2524273"/>
            <a:chExt cx="5372099" cy="2590501"/>
          </a:xfrm>
        </p:grpSpPr>
        <p:pic>
          <p:nvPicPr>
            <p:cNvPr id="37" name="图片"/>
            <p:cNvPicPr>
              <a:picLocks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 rot="0">
              <a:off x="581025" y="2524273"/>
              <a:ext cx="5372099" cy="2590501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  <p:pic>
          <p:nvPicPr>
            <p:cNvPr id="38" name="图片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0">
              <a:off x="590550" y="2533798"/>
              <a:ext cx="5353048" cy="39052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pic>
        <p:nvPicPr>
          <p:cNvPr id="40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581025" y="604837"/>
            <a:ext cx="261935" cy="30479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1" name="图片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6238875" y="3025378"/>
            <a:ext cx="342898" cy="342898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2" name="图片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6238875" y="3914775"/>
            <a:ext cx="342898" cy="34289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3" name="图片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6315075" y="3120628"/>
            <a:ext cx="190498" cy="15239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4" name="图片"/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 rot="0">
            <a:off x="6343650" y="4019550"/>
            <a:ext cx="133349" cy="13334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45" name="矩形"/>
          <p:cNvSpPr>
            <a:spLocks/>
          </p:cNvSpPr>
          <p:nvPr/>
        </p:nvSpPr>
        <p:spPr>
          <a:xfrm rot="0">
            <a:off x="6721475" y="2873912"/>
            <a:ext cx="4605020" cy="20205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5095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0" cap="none" spc="-9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A</a:t>
            </a:r>
            <a:r>
              <a:rPr lang="en-US" altLang="zh-CN" sz="1350" b="0" i="0" u="none" strike="noStrike" kern="0" cap="none" spc="-95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350" b="0" i="0" u="none" strike="noStrike" kern="0" cap="none" spc="-8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Diverse</a:t>
            </a:r>
            <a:r>
              <a:rPr lang="en-US" altLang="zh-CN" sz="1350" b="0" i="0" u="none" strike="noStrike" kern="0" cap="none" spc="-9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350" b="0" i="0" u="none" strike="noStrike" kern="0" cap="none" spc="-65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Dataset</a:t>
            </a:r>
            <a:r>
              <a:rPr lang="en-US" altLang="zh-CN" sz="1350" b="0" i="0" u="none" strike="noStrike" kern="0" cap="none" spc="-9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350" b="0" i="0" u="none" strike="noStrike" kern="0" cap="none" spc="-1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Seeding</a:t>
            </a:r>
            <a:endParaRPr lang="en-US" altLang="zh-CN" sz="1350" b="0" i="0" u="none" strike="noStrike" kern="0" cap="none" spc="0" baseline="0">
              <a:solidFill>
                <a:schemeClr val="tx1"/>
              </a:solidFill>
              <a:latin typeface="Arial Black" pitchFamily="0" charset="0"/>
              <a:ea typeface="Droid Sans"/>
              <a:cs typeface="Arial Black" pitchFamily="0" charset="0"/>
            </a:endParaRPr>
          </a:p>
          <a:p>
            <a:pPr marL="12700" indent="0" algn="l">
              <a:lnSpc>
                <a:spcPts val="209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0" cap="none" spc="7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We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insert</a:t>
            </a:r>
            <a:r>
              <a:rPr lang="en-US" altLang="zh-CN" sz="1050" b="0" i="0" u="none" strike="noStrike" kern="0" cap="none" spc="1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12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records</a:t>
            </a:r>
            <a:r>
              <a:rPr lang="en-US" altLang="zh-CN" sz="1050" b="0" i="0" u="none" strike="noStrike" kern="0" cap="none" spc="1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comprising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a</a:t>
            </a:r>
            <a:r>
              <a:rPr lang="en-US" altLang="zh-CN" sz="1050" b="0" i="0" u="none" strike="noStrike" kern="0" cap="none" spc="1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7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wide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variety</a:t>
            </a:r>
            <a:r>
              <a:rPr lang="en-US" altLang="zh-CN" sz="1050" b="0" i="0" u="none" strike="noStrike" kern="0" cap="none" spc="1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of</a:t>
            </a:r>
            <a:r>
              <a:rPr lang="en-US" altLang="zh-CN" sz="1050" b="0" i="0" u="none" strike="noStrike" kern="0" cap="none" spc="1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salaries,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geographic 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locations,</a:t>
            </a:r>
            <a:r>
              <a:rPr lang="en-US" altLang="zh-CN" sz="1050" b="0" i="0" u="none" strike="noStrike" kern="0" cap="none" spc="-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and</a:t>
            </a:r>
            <a:r>
              <a:rPr lang="en-US" altLang="zh-CN" sz="1050" b="0" i="0" u="none" strike="noStrike" kern="0" cap="none" spc="-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functional</a:t>
            </a:r>
            <a:r>
              <a:rPr lang="en-US" altLang="zh-CN" sz="1050" b="0" i="0" u="none" strike="noStrike" kern="0" cap="none" spc="-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departments</a:t>
            </a:r>
            <a:r>
              <a:rPr lang="en-US" altLang="zh-CN" sz="1050" b="0" i="0" u="none" strike="noStrike" kern="0" cap="none" spc="-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-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(IT,</a:t>
            </a:r>
            <a:r>
              <a:rPr lang="en-US" altLang="zh-CN" sz="1050" b="0" i="0" u="none" strike="noStrike" kern="0" cap="none" spc="-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HR, </a:t>
            </a:r>
            <a:r>
              <a:rPr lang="en-US" altLang="zh-CN" sz="1050" b="0" i="0" u="none" strike="noStrike" kern="0" cap="none" spc="4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Finance).</a:t>
            </a:r>
            <a:endParaRPr lang="en-US" altLang="zh-CN" sz="10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12700" indent="0" algn="l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0" cap="none" spc="-16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DML</a:t>
            </a:r>
            <a:r>
              <a:rPr lang="en-US" altLang="zh-CN" sz="1350" b="0" i="0" u="none" strike="noStrike" kern="0" cap="none" spc="-10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350" b="0" i="0" u="none" strike="noStrike" kern="0" cap="none" spc="-65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Values</a:t>
            </a:r>
            <a:r>
              <a:rPr lang="en-US" altLang="zh-CN" sz="1350" b="0" i="0" u="none" strike="noStrike" kern="0" cap="none" spc="-95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350" b="0" i="0" u="none" strike="noStrike" kern="0" cap="none" spc="-10" baseline="0">
                <a:solidFill>
                  <a:srgbClr val="F7FAFC"/>
                </a:solidFill>
                <a:latin typeface="Arial Black" pitchFamily="0" charset="0"/>
                <a:ea typeface="Droid Sans"/>
                <a:cs typeface="Arial Black" pitchFamily="0" charset="0"/>
              </a:rPr>
              <a:t>Matching</a:t>
            </a:r>
            <a:endParaRPr lang="en-US" altLang="zh-CN" sz="1350" b="0" i="0" u="none" strike="noStrike" kern="0" cap="none" spc="0" baseline="0">
              <a:solidFill>
                <a:schemeClr val="tx1"/>
              </a:solidFill>
              <a:latin typeface="Arial Black" pitchFamily="0" charset="0"/>
              <a:ea typeface="Droid Sans"/>
              <a:cs typeface="Arial Black" pitchFamily="0" charset="0"/>
            </a:endParaRPr>
          </a:p>
          <a:p>
            <a:pPr marL="12700" indent="0" algn="l">
              <a:lnSpc>
                <a:spcPts val="209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0" cap="none" spc="7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1050" b="0" i="0" u="none" strike="noStrike" kern="0" cap="none" spc="3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insert</a:t>
            </a:r>
            <a:r>
              <a:rPr lang="en-US" altLang="zh-CN" sz="1050" b="0" i="0" u="none" strike="noStrike" kern="0" cap="none" spc="3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parameters</a:t>
            </a:r>
            <a:r>
              <a:rPr lang="en-US" altLang="zh-CN" sz="1050" b="0" i="0" u="none" strike="noStrike" kern="0" cap="none" spc="3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perfectly</a:t>
            </a:r>
            <a:r>
              <a:rPr lang="en-US" altLang="zh-CN" sz="1050" b="0" i="0" u="none" strike="noStrike" kern="0" cap="none" spc="3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map</a:t>
            </a:r>
            <a:r>
              <a:rPr lang="en-US" altLang="zh-CN" sz="1050" b="0" i="0" u="none" strike="noStrike" kern="0" cap="none" spc="3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to</a:t>
            </a:r>
            <a:r>
              <a:rPr lang="en-US" altLang="zh-CN" sz="1050" b="0" i="0" u="none" strike="noStrike" kern="0" cap="none" spc="3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1050" b="0" i="0" u="none" strike="noStrike" kern="0" cap="none" spc="3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predefined</a:t>
            </a:r>
            <a:r>
              <a:rPr lang="en-US" altLang="zh-CN" sz="1050" b="0" i="0" u="none" strike="noStrike" kern="0" cap="none" spc="3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table</a:t>
            </a:r>
            <a:r>
              <a:rPr lang="en-US" altLang="zh-CN" sz="1050" b="0" i="0" u="none" strike="noStrike" kern="0" cap="none" spc="3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6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schema 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order,</a:t>
            </a:r>
            <a:r>
              <a:rPr lang="en-US" altLang="zh-CN" sz="1050" b="0" i="0" u="none" strike="noStrike" kern="0" cap="none" spc="9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aligning</a:t>
            </a:r>
            <a:r>
              <a:rPr lang="en-US" altLang="zh-CN" sz="1050" b="0" i="0" u="none" strike="noStrike" kern="0" cap="none" spc="9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with</a:t>
            </a:r>
            <a:r>
              <a:rPr lang="en-US" altLang="zh-CN" sz="1050" b="0" i="0" u="none" strike="noStrike" kern="0" cap="none" spc="10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data</a:t>
            </a:r>
            <a:r>
              <a:rPr lang="en-US" altLang="zh-CN" sz="1050" b="0" i="0" u="none" strike="noStrike" kern="0" cap="none" spc="9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7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types</a:t>
            </a:r>
            <a:r>
              <a:rPr lang="en-US" altLang="zh-CN" sz="1050" b="0" i="0" u="none" strike="noStrike" kern="0" cap="none" spc="10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without</a:t>
            </a:r>
            <a:r>
              <a:rPr lang="en-US" altLang="zh-CN" sz="1050" b="0" i="0" u="none" strike="noStrike" kern="0" cap="none" spc="9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breaking</a:t>
            </a:r>
            <a:r>
              <a:rPr lang="en-US" altLang="zh-CN" sz="1050" b="0" i="0" u="none" strike="noStrike" kern="0" cap="none" spc="10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7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schema</a:t>
            </a:r>
            <a:r>
              <a:rPr lang="en-US" altLang="zh-CN" sz="1050" b="0" i="0" u="none" strike="noStrike" kern="0" cap="none" spc="9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050" b="0" i="0" u="none" strike="noStrike" kern="0" cap="none" spc="-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integrity constraints.</a:t>
            </a:r>
            <a:endParaRPr lang="zh-CN" altLang="en-US" sz="10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46" name="文本框" descr="$PPTXTitle"/>
          <p:cNvSpPr>
            <a:spLocks noGrp="1"/>
          </p:cNvSpPr>
          <p:nvPr>
            <p:ph type="title"/>
          </p:nvPr>
        </p:nvSpPr>
        <p:spPr>
          <a:xfrm rot="0">
            <a:off x="973137" y="512889"/>
            <a:ext cx="5765165" cy="4508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2850" b="0" i="0" u="none" strike="noStrike" kern="0" cap="none" spc="-7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Populating</a:t>
            </a:r>
            <a:r>
              <a:rPr lang="en-US" altLang="zh-CN" sz="2850" b="0" i="0" u="none" strike="noStrike" kern="0" cap="none" spc="-29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9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the</a:t>
            </a:r>
            <a:r>
              <a:rPr lang="en-US" altLang="zh-CN" sz="2850" b="0" i="0" u="none" strike="noStrike" kern="0" cap="none" spc="-29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6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Database</a:t>
            </a:r>
            <a:r>
              <a:rPr lang="en-US" altLang="zh-CN" sz="2850" b="0" i="0" u="none" strike="noStrike" kern="0" cap="none" spc="-29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7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Table</a:t>
            </a:r>
            <a:endParaRPr lang="zh-CN" altLang="en-US" sz="2850" b="0" i="0" u="none" strike="noStrike" kern="0" cap="none" spc="-70" baseline="0">
              <a:solidFill>
                <a:srgbClr val="F7FAFC"/>
              </a:solidFill>
              <a:latin typeface="Arial Black" pitchFamily="0" charset="0"/>
              <a:ea typeface="宋体" pitchFamily="0" charset="0"/>
              <a:cs typeface="Arial Blac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579949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581025" y="1724025"/>
            <a:ext cx="11029949" cy="419099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8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81025" y="604837"/>
            <a:ext cx="300035" cy="304799"/>
          </a:xfrm>
          <a:prstGeom prst="rect"/>
          <a:noFill/>
          <a:ln w="12700" cmpd="sng" cap="flat">
            <a:noFill/>
            <a:prstDash val="solid"/>
            <a:miter/>
          </a:ln>
        </p:spPr>
      </p:pic>
      <p:graphicFrame>
        <p:nvGraphicFramePr>
          <p:cNvPr id="49" name="Table"/>
          <p:cNvGraphicFramePr>
            <a:graphicFrameLocks noGrp="1"/>
          </p:cNvGraphicFramePr>
          <p:nvPr>
            <p:ph type="tbl"/>
            <p:extLst>
              <p:ext uri="{D42A27DB-BD31-4B8C-83A1-F6EECF244321}"/>
            </p:extLst>
          </p:nvPr>
        </p:nvGraphicFramePr>
        <p:xfrm>
          <a:off x="381000" y="1524000"/>
          <a:ext cx="11068048" cy="4084954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904232"/>
                <a:gridCol w="1375408"/>
                <a:gridCol w="1450321"/>
                <a:gridCol w="1213476"/>
                <a:gridCol w="1296018"/>
                <a:gridCol w="1201398"/>
                <a:gridCol w="1586212"/>
                <a:gridCol w="2040966"/>
              </a:tblGrid>
              <a:tr h="405120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emp_id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28321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emp_name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3314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department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salary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2806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experience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31750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city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2933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project_name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project_status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9682">
                <a:tc gridSpan="8"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00" b="0" i="0" u="none" strike="noStrike" kern="0" cap="none" spc="0" baseline="0">
                        <a:solidFill>
                          <a:schemeClr val="tx1"/>
                        </a:solidFill>
                        <a:latin typeface="Times New Roman" pitchFamily="0" charset="0"/>
                        <a:ea typeface="宋体" pitchFamily="0" charset="0"/>
                        <a:cs typeface="Times New Roman" pitchFamily="0" charset="0"/>
                      </a:endParaRPr>
                    </a:p>
                  </a:txBody>
                  <a:tcPr marL="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</a:tr>
              <a:tr h="303519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1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101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41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83210" indent="0" algn="l">
                        <a:lnSpc>
                          <a:spcPct val="100000"/>
                        </a:lnSpc>
                        <a:spcBef>
                          <a:spcPts val="1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Amit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41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31470" indent="0" algn="l">
                        <a:lnSpc>
                          <a:spcPct val="100000"/>
                        </a:lnSpc>
                        <a:spcBef>
                          <a:spcPts val="1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IT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41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0" algn="l">
                        <a:lnSpc>
                          <a:spcPct val="100000"/>
                        </a:lnSpc>
                        <a:spcBef>
                          <a:spcPts val="1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6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60000.00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41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80670" indent="0" algn="l">
                        <a:lnSpc>
                          <a:spcPct val="100000"/>
                        </a:lnSpc>
                        <a:spcBef>
                          <a:spcPts val="1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3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3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41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17500" indent="0" algn="l">
                        <a:lnSpc>
                          <a:spcPct val="100000"/>
                        </a:lnSpc>
                        <a:spcBef>
                          <a:spcPts val="1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Nagpur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41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93370" indent="0" algn="l">
                        <a:lnSpc>
                          <a:spcPct val="100000"/>
                        </a:lnSpc>
                        <a:spcBef>
                          <a:spcPts val="1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Alpha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41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0" algn="l">
                        <a:lnSpc>
                          <a:spcPct val="100000"/>
                        </a:lnSpc>
                        <a:spcBef>
                          <a:spcPts val="1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Completed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41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102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8321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Sneha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314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3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HR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6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45000.00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806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3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2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1750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Pune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933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Beta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Ongoing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4648">
                <a:tc gridSpan="8"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00" b="0" i="0" u="none" strike="noStrike" kern="0" cap="none" spc="0" baseline="0">
                        <a:solidFill>
                          <a:schemeClr val="tx1"/>
                        </a:solidFill>
                        <a:latin typeface="Times New Roman" pitchFamily="0" charset="0"/>
                        <a:ea typeface="宋体" pitchFamily="0" charset="0"/>
                        <a:cs typeface="Times New Roman" pitchFamily="0" charset="0"/>
                      </a:endParaRPr>
                    </a:p>
                  </a:txBody>
                  <a:tcPr marL="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</a:tr>
              <a:tr h="301614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103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79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83210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Rahul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79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31470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IT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79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5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75000.00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79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80670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5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79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17500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Mumbai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79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93370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Gamma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79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Completed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79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</a:tr>
              <a:tr h="448296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104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8321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Priya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314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Finance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6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50000.00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806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6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4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1750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Nagpur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933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Alpha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Ongoing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8283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105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12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83210" indent="0" algn="l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Karan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12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31470" indent="0" algn="l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IT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12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0" algn="l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6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80000.00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12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80670" indent="0" algn="l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3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6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12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17500" indent="0" algn="l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Bangalore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12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93370" indent="0" algn="l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Delta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12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0" algn="l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Completed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12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</a:tr>
              <a:tr h="434962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106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8321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3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Neha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314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3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HR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6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48000.00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806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3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3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1750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Pune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933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Beta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Completed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4315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4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107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39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83210" indent="0" algn="l">
                        <a:lnSpc>
                          <a:spcPct val="100000"/>
                        </a:lnSpc>
                        <a:spcBef>
                          <a:spcPts val="4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Arjun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39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31470" indent="0" algn="l">
                        <a:lnSpc>
                          <a:spcPct val="100000"/>
                        </a:lnSpc>
                        <a:spcBef>
                          <a:spcPts val="4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Finance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39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0" algn="l">
                        <a:lnSpc>
                          <a:spcPct val="100000"/>
                        </a:lnSpc>
                        <a:spcBef>
                          <a:spcPts val="4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5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52000.00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39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80670" indent="0" algn="l">
                        <a:lnSpc>
                          <a:spcPct val="100000"/>
                        </a:lnSpc>
                        <a:spcBef>
                          <a:spcPts val="4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6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4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39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17500" indent="0" algn="l">
                        <a:lnSpc>
                          <a:spcPct val="100000"/>
                        </a:lnSpc>
                        <a:spcBef>
                          <a:spcPts val="4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Mumbai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39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93370" indent="0" algn="l">
                        <a:lnSpc>
                          <a:spcPct val="100000"/>
                        </a:lnSpc>
                        <a:spcBef>
                          <a:spcPts val="4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Gamma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39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0" algn="l">
                        <a:lnSpc>
                          <a:spcPct val="100000"/>
                        </a:lnSpc>
                        <a:spcBef>
                          <a:spcPts val="4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Ongoing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39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</a:tr>
              <a:tr h="431152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108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8321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Pooja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314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IT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5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72000.00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806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5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1750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Nagpur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933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Alpha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Completed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0337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5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109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6731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83210" indent="0" algn="l">
                        <a:lnSpc>
                          <a:spcPct val="100000"/>
                        </a:lnSpc>
                        <a:spcBef>
                          <a:spcPts val="5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Riya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6731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31470" indent="0" algn="l">
                        <a:lnSpc>
                          <a:spcPct val="100000"/>
                        </a:lnSpc>
                        <a:spcBef>
                          <a:spcPts val="5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3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HR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6731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0" algn="l">
                        <a:lnSpc>
                          <a:spcPct val="100000"/>
                        </a:lnSpc>
                        <a:spcBef>
                          <a:spcPts val="5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6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46000.00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6731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80670" indent="0" algn="l">
                        <a:lnSpc>
                          <a:spcPct val="100000"/>
                        </a:lnSpc>
                        <a:spcBef>
                          <a:spcPts val="5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3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2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6731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17500" indent="0" algn="l">
                        <a:lnSpc>
                          <a:spcPct val="100000"/>
                        </a:lnSpc>
                        <a:spcBef>
                          <a:spcPts val="5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Delhi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6731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93370" indent="0" algn="l">
                        <a:lnSpc>
                          <a:spcPct val="100000"/>
                        </a:lnSpc>
                        <a:spcBef>
                          <a:spcPts val="5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Delta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6731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0" algn="l">
                        <a:lnSpc>
                          <a:spcPct val="100000"/>
                        </a:lnSpc>
                        <a:spcBef>
                          <a:spcPts val="5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Ongoing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6731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</a:tr>
              <a:tr h="418455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110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8321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Mohit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314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IT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5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67000.00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806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6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4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1750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Pune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9337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Beta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0" algn="l">
                        <a:lnSpc>
                          <a:spcPct val="100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Completed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445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9405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111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064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83210" indent="0" algn="l">
                        <a:lnSpc>
                          <a:spcPct val="100000"/>
                        </a:lnSpc>
                        <a:spcBef>
                          <a:spcPts val="6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Anjali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064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31470" indent="0" algn="l">
                        <a:lnSpc>
                          <a:spcPct val="100000"/>
                        </a:lnSpc>
                        <a:spcBef>
                          <a:spcPts val="6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Finance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064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0" algn="l">
                        <a:lnSpc>
                          <a:spcPct val="100000"/>
                        </a:lnSpc>
                        <a:spcBef>
                          <a:spcPts val="6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6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53000.00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064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80670" indent="0" algn="l">
                        <a:lnSpc>
                          <a:spcPct val="100000"/>
                        </a:lnSpc>
                        <a:spcBef>
                          <a:spcPts val="6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3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3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064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17500" indent="0" algn="l">
                        <a:lnSpc>
                          <a:spcPct val="100000"/>
                        </a:lnSpc>
                        <a:spcBef>
                          <a:spcPts val="6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Nagpur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064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293370" indent="0" algn="l">
                        <a:lnSpc>
                          <a:spcPct val="100000"/>
                        </a:lnSpc>
                        <a:spcBef>
                          <a:spcPts val="6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Gamma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064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0" algn="l">
                        <a:lnSpc>
                          <a:spcPct val="100000"/>
                        </a:lnSpc>
                        <a:spcBef>
                          <a:spcPts val="6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Completed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064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</a:tr>
              <a:tr h="429866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7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112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20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83210" indent="0" algn="l">
                        <a:lnSpc>
                          <a:spcPct val="100000"/>
                        </a:lnSpc>
                        <a:spcBef>
                          <a:spcPts val="7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Vikram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20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31470" indent="0" algn="l">
                        <a:lnSpc>
                          <a:spcPct val="100000"/>
                        </a:lnSpc>
                        <a:spcBef>
                          <a:spcPts val="7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IT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20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0" algn="l">
                        <a:lnSpc>
                          <a:spcPct val="100000"/>
                        </a:lnSpc>
                        <a:spcBef>
                          <a:spcPts val="7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5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78000.00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20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80670" indent="0" algn="l">
                        <a:lnSpc>
                          <a:spcPct val="100000"/>
                        </a:lnSpc>
                        <a:spcBef>
                          <a:spcPts val="7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3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6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20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17500" indent="0" algn="l">
                        <a:lnSpc>
                          <a:spcPct val="100000"/>
                        </a:lnSpc>
                        <a:spcBef>
                          <a:spcPts val="7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Mumbai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20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293370" indent="0" algn="l">
                        <a:lnSpc>
                          <a:spcPct val="100000"/>
                        </a:lnSpc>
                        <a:spcBef>
                          <a:spcPts val="7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Delta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20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75920" indent="0" algn="l">
                        <a:lnSpc>
                          <a:spcPct val="100000"/>
                        </a:lnSpc>
                        <a:spcBef>
                          <a:spcPts val="7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Ongoing</a:t>
                      </a:r>
                      <a:endParaRPr lang="zh-CN" altLang="en-US" sz="9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20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0" name="文本框" descr="$PPTXTitle"/>
          <p:cNvSpPr>
            <a:spLocks noGrp="1"/>
          </p:cNvSpPr>
          <p:nvPr>
            <p:ph type="title"/>
          </p:nvPr>
        </p:nvSpPr>
        <p:spPr>
          <a:xfrm rot="0">
            <a:off x="1011237" y="512889"/>
            <a:ext cx="5816600" cy="4508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2850" b="0" i="0" u="none" strike="noStrike" kern="0" cap="none" spc="-11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Initial</a:t>
            </a:r>
            <a:r>
              <a:rPr lang="en-US" altLang="zh-CN" sz="2850" b="0" i="0" u="none" strike="noStrike" kern="0" cap="none" spc="-31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14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State</a:t>
            </a:r>
            <a:r>
              <a:rPr lang="en-US" altLang="zh-CN" sz="2850" b="0" i="0" u="none" strike="noStrike" kern="0" cap="none" spc="-31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10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of</a:t>
            </a:r>
            <a:r>
              <a:rPr lang="en-US" altLang="zh-CN" sz="2850" b="0" i="0" u="none" strike="noStrike" kern="0" cap="none" spc="-31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12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Employees</a:t>
            </a:r>
            <a:r>
              <a:rPr lang="en-US" altLang="zh-CN" sz="2850" b="0" i="0" u="none" strike="noStrike" kern="0" cap="none" spc="-31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5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Table</a:t>
            </a:r>
            <a:endParaRPr lang="zh-CN" altLang="en-US" sz="2850" b="0" i="0" u="none" strike="noStrike" kern="0" cap="none" spc="-55" baseline="0">
              <a:solidFill>
                <a:srgbClr val="F7FAFC"/>
              </a:solidFill>
              <a:latin typeface="Arial Black" pitchFamily="0" charset="0"/>
              <a:ea typeface="宋体" pitchFamily="0" charset="0"/>
              <a:cs typeface="Arial Blac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81863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"/>
          <p:cNvGrpSpPr>
            <a:grpSpLocks/>
          </p:cNvGrpSpPr>
          <p:nvPr/>
        </p:nvGrpSpPr>
        <p:grpSpPr>
          <a:xfrm>
            <a:off x="581025" y="2496591"/>
            <a:ext cx="5372099" cy="2645865"/>
            <a:chOff x="581025" y="2496591"/>
            <a:chExt cx="5372099" cy="2645865"/>
          </a:xfrm>
        </p:grpSpPr>
        <p:pic>
          <p:nvPicPr>
            <p:cNvPr id="51" name="图片"/>
            <p:cNvPicPr>
              <a:picLocks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 rot="0">
              <a:off x="581025" y="2496591"/>
              <a:ext cx="5372099" cy="2645865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  <p:pic>
          <p:nvPicPr>
            <p:cNvPr id="52" name="图片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0">
              <a:off x="590550" y="2506116"/>
              <a:ext cx="5353048" cy="39052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pic>
        <p:nvPicPr>
          <p:cNvPr id="54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6238875" y="2496591"/>
            <a:ext cx="5372099" cy="172194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55" name="图片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6238875" y="4409032"/>
            <a:ext cx="5372099" cy="7334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56" name="图片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581025" y="604837"/>
            <a:ext cx="300035" cy="30479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7" name="矩形"/>
          <p:cNvSpPr>
            <a:spLocks/>
          </p:cNvSpPr>
          <p:nvPr/>
        </p:nvSpPr>
        <p:spPr>
          <a:xfrm rot="0">
            <a:off x="6464300" y="2714395"/>
            <a:ext cx="4573270" cy="1163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0" cap="none" spc="-140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DML</a:t>
            </a:r>
            <a:r>
              <a:rPr lang="en-US" altLang="zh-CN" sz="1500" b="0" i="0" u="none" strike="noStrike" kern="0" cap="none" spc="-135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500" b="0" i="0" u="none" strike="noStrike" kern="0" cap="none" spc="-45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Operation</a:t>
            </a:r>
            <a:r>
              <a:rPr lang="en-US" altLang="zh-CN" sz="1500" b="0" i="0" u="none" strike="noStrike" kern="0" cap="none" spc="-130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500" b="0" i="0" u="none" strike="noStrike" kern="0" cap="none" spc="-10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Impact</a:t>
            </a:r>
            <a:endParaRPr lang="en-US" altLang="zh-CN" sz="1500" b="0" i="0" u="none" strike="noStrike" kern="0" cap="none" spc="0" baseline="0">
              <a:solidFill>
                <a:schemeClr val="tx1"/>
              </a:solidFill>
              <a:latin typeface="Arial Black" pitchFamily="0" charset="0"/>
              <a:ea typeface="Droid Sans"/>
              <a:cs typeface="Arial Black" pitchFamily="0" charset="0"/>
            </a:endParaRPr>
          </a:p>
          <a:p>
            <a:pPr marL="12700" indent="0" algn="l">
              <a:lnSpc>
                <a:spcPct val="160000"/>
              </a:lnSpc>
              <a:spcBef>
                <a:spcPts val="494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Executing</a:t>
            </a:r>
            <a:r>
              <a:rPr lang="en-US" altLang="zh-CN" sz="1200" b="0" i="0" u="none" strike="noStrike" kern="0" cap="none" spc="1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an</a:t>
            </a:r>
            <a:r>
              <a:rPr lang="en-US" altLang="zh-CN" sz="1200" b="0" i="0" u="none" strike="noStrike" kern="0" cap="none" spc="1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UPDATE</a:t>
            </a:r>
            <a:r>
              <a:rPr lang="en-US" altLang="zh-CN" sz="1200" b="0" i="0" u="none" strike="noStrike" kern="0" cap="none" spc="1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statement</a:t>
            </a:r>
            <a:r>
              <a:rPr lang="en-US" altLang="zh-CN" sz="1200" b="0" i="0" u="none" strike="noStrike" kern="0" cap="none" spc="1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filters</a:t>
            </a:r>
            <a:r>
              <a:rPr lang="en-US" altLang="zh-CN" sz="1200" b="0" i="0" u="none" strike="noStrike" kern="0" cap="none" spc="1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row</a:t>
            </a:r>
            <a:r>
              <a:rPr lang="en-US" altLang="zh-CN" sz="1200" b="0" i="0" u="none" strike="noStrike" kern="0" cap="none" spc="1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0" i="0" u="none" strike="noStrike" kern="0" cap="none" spc="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records</a:t>
            </a:r>
            <a:r>
              <a:rPr lang="en-US" altLang="zh-CN" sz="1200" b="0" i="0" u="none" strike="noStrike" kern="0" cap="none" spc="15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utilizing</a:t>
            </a:r>
            <a:r>
              <a:rPr lang="en-US" altLang="zh-CN" sz="1200" b="0" i="0" u="none" strike="noStrike" kern="0" cap="none" spc="1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0" i="0" u="none" strike="noStrike" kern="0" cap="none" spc="-2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the </a:t>
            </a:r>
            <a:r>
              <a:rPr lang="en-US" altLang="zh-CN" sz="120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conditional</a:t>
            </a:r>
            <a:r>
              <a:rPr lang="en-US" altLang="zh-CN" sz="1200" b="0" i="0" u="none" strike="noStrike" kern="0" cap="none" spc="1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WHERE</a:t>
            </a:r>
            <a:r>
              <a:rPr lang="en-US" altLang="zh-CN" sz="1200" b="0" i="0" u="none" strike="noStrike" kern="0" cap="none" spc="114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0" i="0" u="none" strike="noStrike" kern="0" cap="none" spc="6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clause</a:t>
            </a:r>
            <a:r>
              <a:rPr lang="en-US" altLang="zh-CN" sz="1200" b="0" i="0" u="none" strike="noStrike" kern="0" cap="none" spc="114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before</a:t>
            </a:r>
            <a:r>
              <a:rPr lang="en-US" altLang="zh-CN" sz="1200" b="0" i="0" u="none" strike="noStrike" kern="0" cap="none" spc="114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modifying</a:t>
            </a:r>
            <a:r>
              <a:rPr lang="en-US" altLang="zh-CN" sz="1200" b="0" i="0" u="none" strike="noStrike" kern="0" cap="none" spc="114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values.</a:t>
            </a:r>
            <a:r>
              <a:rPr lang="en-US" altLang="zh-CN" sz="1200" b="0" i="0" u="none" strike="noStrike" kern="0" cap="none" spc="114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0" i="0" u="none" strike="noStrike" kern="0" cap="none" spc="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Here,</a:t>
            </a:r>
            <a:r>
              <a:rPr lang="en-US" altLang="zh-CN" sz="1200" b="0" i="0" u="none" strike="noStrike" kern="0" cap="none" spc="114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0" i="0" u="none" strike="noStrike" kern="0" cap="none" spc="-2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only </a:t>
            </a:r>
            <a:r>
              <a:rPr lang="en-US" altLang="zh-CN" sz="1200" b="0" i="0" u="none" strike="noStrike" kern="0" cap="none" spc="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"Amit"</a:t>
            </a:r>
            <a:r>
              <a:rPr lang="en-US" altLang="zh-CN" sz="1200" b="0" i="0" u="none" strike="noStrike" kern="0" cap="none" spc="3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0" i="0" u="none" strike="noStrike" kern="0" cap="none" spc="5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is</a:t>
            </a:r>
            <a:r>
              <a:rPr lang="en-US" altLang="zh-CN" sz="1200" b="0" i="0" u="none" strike="noStrike" kern="0" cap="none" spc="35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200" b="0" i="0" u="none" strike="noStrike" kern="0" cap="none" spc="-10" baseline="0">
                <a:solidFill>
                  <a:srgbClr val="94A3B8"/>
                </a:solidFill>
                <a:latin typeface="Tahoma" pitchFamily="0" charset="0"/>
                <a:ea typeface="Droid Sans"/>
                <a:cs typeface="Tahoma" pitchFamily="0" charset="0"/>
              </a:rPr>
              <a:t>affected.</a:t>
            </a:r>
            <a:endParaRPr lang="zh-CN" altLang="en-US" sz="12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grpSp>
        <p:nvGrpSpPr>
          <p:cNvPr id="61" name="组合"/>
          <p:cNvGrpSpPr>
            <a:grpSpLocks/>
          </p:cNvGrpSpPr>
          <p:nvPr/>
        </p:nvGrpSpPr>
        <p:grpSpPr>
          <a:xfrm>
            <a:off x="6248400" y="4418557"/>
            <a:ext cx="5339080" cy="714681"/>
            <a:chOff x="6248400" y="4418557"/>
            <a:chExt cx="5339080" cy="714681"/>
          </a:xfrm>
        </p:grpSpPr>
        <p:sp>
          <p:nvSpPr>
            <p:cNvPr id="58" name="曲线"/>
            <p:cNvSpPr>
              <a:spLocks/>
            </p:cNvSpPr>
            <p:nvPr/>
          </p:nvSpPr>
          <p:spPr>
            <a:xfrm rot="0">
              <a:off x="6248400" y="4418557"/>
              <a:ext cx="5339080" cy="71437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8" y="21599"/>
                  </a:moveTo>
                  <a:lnTo>
                    <a:pt x="0" y="21599"/>
                  </a:lnTo>
                  <a:lnTo>
                    <a:pt x="0" y="0"/>
                  </a:lnTo>
                  <a:lnTo>
                    <a:pt x="21598" y="0"/>
                  </a:lnTo>
                  <a:lnTo>
                    <a:pt x="21598" y="21599"/>
                  </a:lnTo>
                  <a:close/>
                </a:path>
              </a:pathLst>
            </a:custGeom>
            <a:solidFill>
              <a:srgbClr val="E7ECF4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59" name="曲线"/>
            <p:cNvSpPr>
              <a:spLocks/>
            </p:cNvSpPr>
            <p:nvPr/>
          </p:nvSpPr>
          <p:spPr>
            <a:xfrm rot="0">
              <a:off x="6248400" y="4418558"/>
              <a:ext cx="5339080" cy="35750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8" y="0"/>
                  </a:moveTo>
                  <a:lnTo>
                    <a:pt x="12060" y="0"/>
                  </a:lnTo>
                  <a:lnTo>
                    <a:pt x="0" y="0"/>
                  </a:lnTo>
                  <a:lnTo>
                    <a:pt x="0" y="21580"/>
                  </a:lnTo>
                  <a:lnTo>
                    <a:pt x="12060" y="21580"/>
                  </a:lnTo>
                  <a:lnTo>
                    <a:pt x="21598" y="21580"/>
                  </a:lnTo>
                  <a:lnTo>
                    <a:pt x="21598" y="0"/>
                  </a:lnTo>
                  <a:close/>
                </a:path>
              </a:pathLst>
            </a:custGeom>
            <a:solidFill>
              <a:srgbClr val="0F172A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60" name="曲线"/>
            <p:cNvSpPr>
              <a:spLocks/>
            </p:cNvSpPr>
            <p:nvPr/>
          </p:nvSpPr>
          <p:spPr>
            <a:xfrm rot="0">
              <a:off x="6248400" y="4775733"/>
              <a:ext cx="5339080" cy="35750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8" y="0"/>
                  </a:moveTo>
                  <a:lnTo>
                    <a:pt x="12060" y="0"/>
                  </a:lnTo>
                  <a:lnTo>
                    <a:pt x="0" y="0"/>
                  </a:lnTo>
                  <a:lnTo>
                    <a:pt x="0" y="21581"/>
                  </a:lnTo>
                  <a:lnTo>
                    <a:pt x="12060" y="21581"/>
                  </a:lnTo>
                  <a:lnTo>
                    <a:pt x="21598" y="21581"/>
                  </a:lnTo>
                  <a:lnTo>
                    <a:pt x="21598" y="0"/>
                  </a:lnTo>
                  <a:close/>
                </a:path>
              </a:pathLst>
            </a:custGeom>
            <a:solidFill>
              <a:srgbClr val="10B98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62" name="矩形"/>
          <p:cNvSpPr>
            <a:spLocks/>
          </p:cNvSpPr>
          <p:nvPr/>
        </p:nvSpPr>
        <p:spPr>
          <a:xfrm rot="0">
            <a:off x="6305550" y="4505197"/>
            <a:ext cx="772795" cy="1587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5875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0" cap="none" spc="-10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emp_name</a:t>
            </a:r>
            <a:endParaRPr lang="zh-CN" altLang="en-US" sz="950" b="0" i="0" u="none" strike="noStrike" kern="0" cap="none" spc="0" baseline="0">
              <a:solidFill>
                <a:schemeClr val="tx1"/>
              </a:solidFill>
              <a:latin typeface="Arial Black" pitchFamily="0" charset="0"/>
              <a:ea typeface="Droid Sans"/>
              <a:cs typeface="Arial Black" pitchFamily="0" charset="0"/>
            </a:endParaRPr>
          </a:p>
        </p:txBody>
      </p:sp>
      <p:sp>
        <p:nvSpPr>
          <p:cNvPr id="63" name="矩形"/>
          <p:cNvSpPr>
            <a:spLocks/>
          </p:cNvSpPr>
          <p:nvPr/>
        </p:nvSpPr>
        <p:spPr>
          <a:xfrm rot="0">
            <a:off x="9286575" y="4505197"/>
            <a:ext cx="407670" cy="1587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5875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0" cap="none" spc="-10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salary</a:t>
            </a:r>
            <a:endParaRPr lang="zh-CN" altLang="en-US" sz="950" b="0" i="0" u="none" strike="noStrike" kern="0" cap="none" spc="0" baseline="0">
              <a:solidFill>
                <a:schemeClr val="tx1"/>
              </a:solidFill>
              <a:latin typeface="Arial Black" pitchFamily="0" charset="0"/>
              <a:ea typeface="Droid Sans"/>
              <a:cs typeface="Arial Black" pitchFamily="0" charset="0"/>
            </a:endParaRPr>
          </a:p>
        </p:txBody>
      </p:sp>
      <p:sp>
        <p:nvSpPr>
          <p:cNvPr id="64" name="矩形"/>
          <p:cNvSpPr>
            <a:spLocks/>
          </p:cNvSpPr>
          <p:nvPr/>
        </p:nvSpPr>
        <p:spPr>
          <a:xfrm rot="0">
            <a:off x="6305550" y="4862384"/>
            <a:ext cx="277495" cy="1587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5875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0" cap="none" spc="-20" baseline="0">
                <a:solidFill>
                  <a:srgbClr val="E1E7F0"/>
                </a:solidFill>
                <a:latin typeface="Tahoma" pitchFamily="0" charset="0"/>
                <a:ea typeface="Droid Sans"/>
                <a:cs typeface="Tahoma" pitchFamily="0" charset="0"/>
              </a:rPr>
              <a:t>Amit</a:t>
            </a:r>
            <a:endParaRPr lang="zh-CN" altLang="en-US" sz="9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65" name="矩形"/>
          <p:cNvSpPr>
            <a:spLocks/>
          </p:cNvSpPr>
          <p:nvPr/>
        </p:nvSpPr>
        <p:spPr>
          <a:xfrm rot="0">
            <a:off x="9286575" y="4862384"/>
            <a:ext cx="578484" cy="1587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5875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0" cap="none" spc="55" baseline="0">
                <a:solidFill>
                  <a:srgbClr val="E1E7F0"/>
                </a:solidFill>
                <a:latin typeface="Tahoma" pitchFamily="0" charset="0"/>
                <a:ea typeface="Droid Sans"/>
                <a:cs typeface="Tahoma" pitchFamily="0" charset="0"/>
              </a:rPr>
              <a:t>70000.00</a:t>
            </a:r>
            <a:endParaRPr lang="zh-CN" altLang="en-US" sz="9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66" name="曲线"/>
          <p:cNvSpPr>
            <a:spLocks/>
          </p:cNvSpPr>
          <p:nvPr/>
        </p:nvSpPr>
        <p:spPr>
          <a:xfrm rot="0">
            <a:off x="6262675" y="4790033"/>
            <a:ext cx="5339079" cy="33845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8" y="20971"/>
                </a:moveTo>
                <a:lnTo>
                  <a:pt x="12060" y="20971"/>
                </a:lnTo>
                <a:lnTo>
                  <a:pt x="0" y="20971"/>
                </a:lnTo>
                <a:lnTo>
                  <a:pt x="0" y="21579"/>
                </a:lnTo>
                <a:lnTo>
                  <a:pt x="12060" y="21579"/>
                </a:lnTo>
                <a:lnTo>
                  <a:pt x="21598" y="21579"/>
                </a:lnTo>
                <a:lnTo>
                  <a:pt x="21598" y="20971"/>
                </a:lnTo>
                <a:lnTo>
                  <a:pt x="21598" y="20971"/>
                </a:lnTo>
              </a:path>
              <a:path w="21600" h="21600">
                <a:moveTo>
                  <a:pt x="21598" y="0"/>
                </a:moveTo>
                <a:lnTo>
                  <a:pt x="12060" y="0"/>
                </a:lnTo>
                <a:lnTo>
                  <a:pt x="0" y="0"/>
                </a:lnTo>
                <a:lnTo>
                  <a:pt x="0" y="1215"/>
                </a:lnTo>
                <a:lnTo>
                  <a:pt x="12060" y="1215"/>
                </a:lnTo>
                <a:lnTo>
                  <a:pt x="21598" y="1215"/>
                </a:lnTo>
                <a:lnTo>
                  <a:pt x="21598" y="0"/>
                </a:lnTo>
                <a:close/>
              </a:path>
            </a:pathLst>
          </a:custGeom>
          <a:solidFill>
            <a:srgbClr val="1E293B"/>
          </a:solidFill>
          <a:ln cmpd="sng" cap="flat">
            <a:noFill/>
            <a:prstDash val="solid"/>
            <a:miter/>
          </a:ln>
        </p:spPr>
      </p:sp>
      <p:sp>
        <p:nvSpPr>
          <p:cNvPr id="67" name="文本框" descr="$PPTXTitle"/>
          <p:cNvSpPr>
            <a:spLocks noGrp="1"/>
          </p:cNvSpPr>
          <p:nvPr>
            <p:ph type="title"/>
          </p:nvPr>
        </p:nvSpPr>
        <p:spPr>
          <a:xfrm rot="0">
            <a:off x="1011237" y="512889"/>
            <a:ext cx="5931534" cy="4508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2850" b="0" i="0" u="none" strike="noStrike" kern="0" cap="none" spc="-9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Amit's</a:t>
            </a:r>
            <a:r>
              <a:rPr lang="en-US" altLang="zh-CN" sz="2850" b="0" i="0" u="none" strike="noStrike" kern="0" cap="none" spc="-30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7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Salary</a:t>
            </a:r>
            <a:r>
              <a:rPr lang="en-US" altLang="zh-CN" sz="2850" b="0" i="0" u="none" strike="noStrike" kern="0" cap="none" spc="-30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10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Update</a:t>
            </a:r>
            <a:r>
              <a:rPr lang="en-US" altLang="zh-CN" sz="2850" b="0" i="0" u="none" strike="noStrike" kern="0" cap="none" spc="-30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4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Analysis</a:t>
            </a:r>
            <a:endParaRPr lang="zh-CN" altLang="en-US" sz="2850" b="0" i="0" u="none" strike="noStrike" kern="0" cap="none" spc="-45" baseline="0">
              <a:solidFill>
                <a:srgbClr val="F7FAFC"/>
              </a:solidFill>
              <a:latin typeface="Arial Black" pitchFamily="0" charset="0"/>
              <a:ea typeface="宋体" pitchFamily="0" charset="0"/>
              <a:cs typeface="Arial Blac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249088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"/>
          <p:cNvGrpSpPr>
            <a:grpSpLocks/>
          </p:cNvGrpSpPr>
          <p:nvPr/>
        </p:nvGrpSpPr>
        <p:grpSpPr>
          <a:xfrm>
            <a:off x="581025" y="2138362"/>
            <a:ext cx="5372099" cy="3362324"/>
            <a:chOff x="581025" y="2138362"/>
            <a:chExt cx="5372099" cy="3362324"/>
          </a:xfrm>
        </p:grpSpPr>
        <p:pic>
          <p:nvPicPr>
            <p:cNvPr id="68" name="图片"/>
            <p:cNvPicPr>
              <a:picLocks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 rot="0">
              <a:off x="581025" y="2138362"/>
              <a:ext cx="5372099" cy="336232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  <p:pic>
          <p:nvPicPr>
            <p:cNvPr id="69" name="图片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0">
              <a:off x="590550" y="2147887"/>
              <a:ext cx="5353048" cy="39052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pic>
        <p:nvPicPr>
          <p:cNvPr id="71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6238875" y="2138362"/>
            <a:ext cx="5372099" cy="19145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72" name="图片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6238875" y="4195762"/>
            <a:ext cx="5372099" cy="13049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73" name="图片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6391275" y="2586037"/>
            <a:ext cx="5067299" cy="131444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74" name="图片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6391275" y="4643437"/>
            <a:ext cx="5067299" cy="704848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75" name="图片"/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 rot="0">
            <a:off x="581025" y="604837"/>
            <a:ext cx="300035" cy="30479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76" name="矩形"/>
          <p:cNvSpPr>
            <a:spLocks/>
          </p:cNvSpPr>
          <p:nvPr/>
        </p:nvSpPr>
        <p:spPr>
          <a:xfrm rot="0">
            <a:off x="6378575" y="2271965"/>
            <a:ext cx="2170429" cy="1936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-60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Batch</a:t>
            </a:r>
            <a:r>
              <a:rPr lang="en-US" altLang="zh-CN" sz="1200" b="0" i="0" u="none" strike="noStrike" kern="0" cap="none" spc="-120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200" b="0" i="0" u="none" strike="noStrike" kern="0" cap="none" spc="-45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Update</a:t>
            </a:r>
            <a:r>
              <a:rPr lang="en-US" altLang="zh-CN" sz="1200" b="0" i="0" u="none" strike="noStrike" kern="0" cap="none" spc="-120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200" b="0" i="0" u="none" strike="noStrike" kern="0" cap="none" spc="-55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Status</a:t>
            </a:r>
            <a:r>
              <a:rPr lang="en-US" altLang="zh-CN" sz="1200" b="0" i="0" u="none" strike="noStrike" kern="0" cap="none" spc="-120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200" b="0" i="0" u="none" strike="noStrike" kern="0" cap="none" spc="-10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(Beta)</a:t>
            </a:r>
            <a:endParaRPr lang="zh-CN" altLang="en-US" sz="1200" b="0" i="0" u="none" strike="noStrike" kern="0" cap="none" spc="0" baseline="0">
              <a:solidFill>
                <a:schemeClr val="tx1"/>
              </a:solidFill>
              <a:latin typeface="Arial Black" pitchFamily="0" charset="0"/>
              <a:ea typeface="Droid Sans"/>
              <a:cs typeface="Arial Black" pitchFamily="0" charset="0"/>
            </a:endParaRPr>
          </a:p>
        </p:txBody>
      </p:sp>
      <p:sp>
        <p:nvSpPr>
          <p:cNvPr id="77" name="矩形"/>
          <p:cNvSpPr>
            <a:spLocks/>
          </p:cNvSpPr>
          <p:nvPr/>
        </p:nvSpPr>
        <p:spPr>
          <a:xfrm rot="0">
            <a:off x="6378575" y="4329365"/>
            <a:ext cx="2184400" cy="1936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-114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Row</a:t>
            </a:r>
            <a:r>
              <a:rPr lang="en-US" altLang="zh-CN" sz="1200" b="0" i="0" u="none" strike="noStrike" kern="0" cap="none" spc="-120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200" b="0" i="0" u="none" strike="noStrike" kern="0" cap="none" spc="-55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Deletion</a:t>
            </a:r>
            <a:r>
              <a:rPr lang="en-US" altLang="zh-CN" sz="1200" b="0" i="0" u="none" strike="noStrike" kern="0" cap="none" spc="-120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200" b="0" i="0" u="none" strike="noStrike" kern="0" cap="none" spc="-55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Check</a:t>
            </a:r>
            <a:r>
              <a:rPr lang="en-US" altLang="zh-CN" sz="1200" b="0" i="0" u="none" strike="noStrike" kern="0" cap="none" spc="-114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200" b="0" i="0" u="none" strike="noStrike" kern="0" cap="none" spc="-30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(ID</a:t>
            </a:r>
            <a:r>
              <a:rPr lang="en-US" altLang="zh-CN" sz="1200" b="0" i="0" u="none" strike="noStrike" kern="0" cap="none" spc="-120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 </a:t>
            </a:r>
            <a:r>
              <a:rPr lang="en-US" altLang="zh-CN" sz="1200" b="0" i="0" u="none" strike="noStrike" kern="0" cap="none" spc="-45" baseline="0">
                <a:solidFill>
                  <a:srgbClr val="37BDF7"/>
                </a:solidFill>
                <a:latin typeface="Arial Black" pitchFamily="0" charset="0"/>
                <a:ea typeface="Droid Sans"/>
                <a:cs typeface="Arial Black" pitchFamily="0" charset="0"/>
              </a:rPr>
              <a:t>109)</a:t>
            </a:r>
            <a:endParaRPr lang="zh-CN" altLang="en-US" sz="1200" b="0" i="0" u="none" strike="noStrike" kern="0" cap="none" spc="0" baseline="0">
              <a:solidFill>
                <a:schemeClr val="tx1"/>
              </a:solidFill>
              <a:latin typeface="Arial Black" pitchFamily="0" charset="0"/>
              <a:ea typeface="Droid Sans"/>
              <a:cs typeface="Arial Black" pitchFamily="0" charset="0"/>
            </a:endParaRPr>
          </a:p>
        </p:txBody>
      </p:sp>
      <p:graphicFrame>
        <p:nvGraphicFramePr>
          <p:cNvPr id="78" name="Table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6400800" y="2590799"/>
          <a:ext cx="5035548" cy="128397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869937"/>
                <a:gridCol w="1461122"/>
                <a:gridCol w="1177264"/>
                <a:gridCol w="1527162"/>
              </a:tblGrid>
              <a:tr h="361306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emp_id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8826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344805" indent="0" algn="l">
                        <a:lnSpc>
                          <a:spcPct val="100000"/>
                        </a:lnSpc>
                        <a:spcBef>
                          <a:spcPts val="6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emp_name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8826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413258" indent="0" algn="l">
                        <a:lnSpc>
                          <a:spcPct val="100000"/>
                        </a:lnSpc>
                        <a:spcBef>
                          <a:spcPts val="6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project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8826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350520" indent="0" algn="l">
                        <a:lnSpc>
                          <a:spcPct val="100000"/>
                        </a:lnSpc>
                        <a:spcBef>
                          <a:spcPts val="6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status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8826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14320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3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25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102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0165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344805" indent="0" algn="l">
                        <a:lnSpc>
                          <a:spcPct val="100000"/>
                        </a:lnSpc>
                        <a:spcBef>
                          <a:spcPts val="3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10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Sneha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0165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413258" indent="0" algn="l">
                        <a:lnSpc>
                          <a:spcPct val="100000"/>
                        </a:lnSpc>
                        <a:spcBef>
                          <a:spcPts val="3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20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Beta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0165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350520" indent="0" algn="l">
                        <a:lnSpc>
                          <a:spcPct val="100000"/>
                        </a:lnSpc>
                        <a:spcBef>
                          <a:spcPts val="3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10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Complete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0165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304157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46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25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106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969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344805" indent="0" algn="l">
                        <a:lnSpc>
                          <a:spcPct val="100000"/>
                        </a:lnSpc>
                        <a:spcBef>
                          <a:spcPts val="46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20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Neha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969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413258" indent="0" algn="l">
                        <a:lnSpc>
                          <a:spcPct val="100000"/>
                        </a:lnSpc>
                        <a:spcBef>
                          <a:spcPts val="46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20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Beta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969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350520" indent="0" algn="l">
                        <a:lnSpc>
                          <a:spcPct val="100000"/>
                        </a:lnSpc>
                        <a:spcBef>
                          <a:spcPts val="46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10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Complete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969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304157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25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110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87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344805" indent="0" algn="l">
                        <a:lnSpc>
                          <a:spcPct val="100000"/>
                        </a:lnSpc>
                        <a:spcBef>
                          <a:spcPts val="6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10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Mohit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87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413258" indent="0" algn="l">
                        <a:lnSpc>
                          <a:spcPct val="100000"/>
                        </a:lnSpc>
                        <a:spcBef>
                          <a:spcPts val="6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20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Beta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87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350520" indent="0" algn="l">
                        <a:lnSpc>
                          <a:spcPct val="100000"/>
                        </a:lnSpc>
                        <a:spcBef>
                          <a:spcPts val="6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10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Complete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87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</a:tbl>
          </a:graphicData>
        </a:graphic>
      </p:graphicFrame>
      <p:grpSp>
        <p:nvGrpSpPr>
          <p:cNvPr id="82" name="组合"/>
          <p:cNvGrpSpPr>
            <a:grpSpLocks/>
          </p:cNvGrpSpPr>
          <p:nvPr/>
        </p:nvGrpSpPr>
        <p:grpSpPr>
          <a:xfrm>
            <a:off x="6400800" y="4652962"/>
            <a:ext cx="5034280" cy="685800"/>
            <a:chOff x="6400800" y="4652962"/>
            <a:chExt cx="5034280" cy="685800"/>
          </a:xfrm>
        </p:grpSpPr>
        <p:sp>
          <p:nvSpPr>
            <p:cNvPr id="79" name="曲线"/>
            <p:cNvSpPr>
              <a:spLocks/>
            </p:cNvSpPr>
            <p:nvPr/>
          </p:nvSpPr>
          <p:spPr>
            <a:xfrm rot="0">
              <a:off x="6400800" y="4652962"/>
              <a:ext cx="5034280" cy="6858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8" y="21599"/>
                  </a:moveTo>
                  <a:lnTo>
                    <a:pt x="0" y="21599"/>
                  </a:lnTo>
                  <a:lnTo>
                    <a:pt x="0" y="0"/>
                  </a:lnTo>
                  <a:lnTo>
                    <a:pt x="21598" y="0"/>
                  </a:lnTo>
                  <a:lnTo>
                    <a:pt x="21598" y="21599"/>
                  </a:lnTo>
                  <a:close/>
                </a:path>
              </a:pathLst>
            </a:custGeom>
            <a:solidFill>
              <a:srgbClr val="E7ECF4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80" name="曲线"/>
            <p:cNvSpPr>
              <a:spLocks/>
            </p:cNvSpPr>
            <p:nvPr/>
          </p:nvSpPr>
          <p:spPr>
            <a:xfrm rot="0">
              <a:off x="6400800" y="4652962"/>
              <a:ext cx="5034280" cy="3428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8" y="0"/>
                  </a:moveTo>
                  <a:lnTo>
                    <a:pt x="13162" y="0"/>
                  </a:lnTo>
                  <a:lnTo>
                    <a:pt x="5672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5672" y="21600"/>
                  </a:lnTo>
                  <a:lnTo>
                    <a:pt x="13162" y="21600"/>
                  </a:lnTo>
                  <a:lnTo>
                    <a:pt x="21598" y="21600"/>
                  </a:lnTo>
                  <a:lnTo>
                    <a:pt x="21598" y="0"/>
                  </a:lnTo>
                  <a:close/>
                </a:path>
              </a:pathLst>
            </a:custGeom>
            <a:solidFill>
              <a:srgbClr val="0F172A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81" name="曲线"/>
            <p:cNvSpPr>
              <a:spLocks/>
            </p:cNvSpPr>
            <p:nvPr/>
          </p:nvSpPr>
          <p:spPr>
            <a:xfrm rot="0">
              <a:off x="6400800" y="4995862"/>
              <a:ext cx="5034280" cy="3429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8" y="0"/>
                  </a:moveTo>
                  <a:lnTo>
                    <a:pt x="13162" y="0"/>
                  </a:lnTo>
                  <a:lnTo>
                    <a:pt x="5672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5672" y="21600"/>
                  </a:lnTo>
                  <a:lnTo>
                    <a:pt x="13162" y="21600"/>
                  </a:lnTo>
                  <a:lnTo>
                    <a:pt x="21598" y="21600"/>
                  </a:lnTo>
                  <a:lnTo>
                    <a:pt x="21598" y="0"/>
                  </a:lnTo>
                  <a:close/>
                </a:path>
              </a:pathLst>
            </a:custGeom>
            <a:solidFill>
              <a:srgbClr val="EE4444"/>
            </a:solidFill>
            <a:ln cmpd="sng" cap="flat">
              <a:noFill/>
              <a:prstDash val="solid"/>
              <a:miter/>
            </a:ln>
          </p:spPr>
        </p:sp>
      </p:grpSp>
      <p:graphicFrame>
        <p:nvGraphicFramePr>
          <p:cNvPr id="83" name="Table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6400800" y="4648199"/>
          <a:ext cx="5034280" cy="67564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951852"/>
                <a:gridCol w="1650987"/>
                <a:gridCol w="2431402"/>
              </a:tblGrid>
              <a:tr h="361306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7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emp_id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842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26719" indent="0" algn="l">
                        <a:lnSpc>
                          <a:spcPct val="100000"/>
                        </a:lnSpc>
                        <a:spcBef>
                          <a:spcPts val="7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emp_name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842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21969" indent="0" algn="l">
                        <a:lnSpc>
                          <a:spcPct val="100000"/>
                        </a:lnSpc>
                        <a:spcBef>
                          <a:spcPts val="7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status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842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4320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25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109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9375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26719" indent="0" algn="l">
                        <a:lnSpc>
                          <a:spcPct val="100000"/>
                        </a:lnSpc>
                        <a:spcBef>
                          <a:spcPts val="6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-20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Riya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9375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21969" indent="0" algn="l">
                        <a:lnSpc>
                          <a:spcPct val="100000"/>
                        </a:lnSpc>
                        <a:spcBef>
                          <a:spcPts val="6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0" cap="none" spc="0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Deleted</a:t>
                      </a:r>
                      <a:r>
                        <a:rPr lang="en-US" altLang="zh-CN" sz="900" b="0" i="0" u="none" strike="noStrike" kern="0" cap="none" spc="175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 </a:t>
                      </a:r>
                      <a:r>
                        <a:rPr lang="en-US" altLang="zh-CN" sz="900" b="0" i="0" u="none" strike="noStrike" kern="0" cap="none" spc="-10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Record</a:t>
                      </a:r>
                      <a:endParaRPr lang="zh-CN" altLang="en-US" sz="9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9375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4" name="文本框" descr="$PPTXTitle"/>
          <p:cNvSpPr>
            <a:spLocks noGrp="1"/>
          </p:cNvSpPr>
          <p:nvPr>
            <p:ph type="title"/>
          </p:nvPr>
        </p:nvSpPr>
        <p:spPr>
          <a:xfrm rot="0">
            <a:off x="1011237" y="512889"/>
            <a:ext cx="5931534" cy="4508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2850" b="0" i="0" u="none" strike="noStrike" kern="0" cap="none" spc="-12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Status</a:t>
            </a:r>
            <a:r>
              <a:rPr lang="en-US" altLang="zh-CN" sz="2850" b="0" i="0" u="none" strike="noStrike" kern="0" cap="none" spc="-32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10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Update</a:t>
            </a:r>
            <a:r>
              <a:rPr lang="en-US" altLang="zh-CN" sz="2850" b="0" i="0" u="none" strike="noStrike" kern="0" cap="none" spc="-32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28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&amp;</a:t>
            </a:r>
            <a:r>
              <a:rPr lang="en-US" altLang="zh-CN" sz="2850" b="0" i="0" u="none" strike="noStrike" kern="0" cap="none" spc="-32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23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Row</a:t>
            </a:r>
            <a:r>
              <a:rPr lang="en-US" altLang="zh-CN" sz="2850" b="0" i="0" u="none" strike="noStrike" kern="0" cap="none" spc="-32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8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Deletion</a:t>
            </a:r>
            <a:endParaRPr lang="zh-CN" altLang="en-US" sz="2850" b="0" i="0" u="none" strike="noStrike" kern="0" cap="none" spc="-80" baseline="0">
              <a:solidFill>
                <a:srgbClr val="F7FAFC"/>
              </a:solidFill>
              <a:latin typeface="Arial Black" pitchFamily="0" charset="0"/>
              <a:ea typeface="宋体" pitchFamily="0" charset="0"/>
              <a:cs typeface="Arial Blac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132035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图片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581025" y="2309812"/>
            <a:ext cx="5372099" cy="133349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86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81025" y="3757612"/>
            <a:ext cx="5372099" cy="15716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87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6238875" y="2309812"/>
            <a:ext cx="5372099" cy="133349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88" name="图片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6238875" y="3757612"/>
            <a:ext cx="5372099" cy="15716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89" name="图片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590550" y="2319337"/>
            <a:ext cx="5353048" cy="3905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90" name="图片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6248400" y="2319337"/>
            <a:ext cx="5353050" cy="3905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91" name="图片"/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 rot="0">
            <a:off x="581025" y="604837"/>
            <a:ext cx="300035" cy="304799"/>
          </a:xfrm>
          <a:prstGeom prst="rect"/>
          <a:noFill/>
          <a:ln w="12700" cmpd="sng" cap="flat">
            <a:noFill/>
            <a:prstDash val="solid"/>
            <a:miter/>
          </a:ln>
        </p:spPr>
      </p:pic>
      <p:graphicFrame>
        <p:nvGraphicFramePr>
          <p:cNvPr id="92" name="Table"/>
          <p:cNvGraphicFramePr>
            <a:graphicFrameLocks noGrp="1"/>
          </p:cNvGraphicFramePr>
          <p:nvPr>
            <p:ph type="tbl"/>
            <p:extLst>
              <p:ext uri="{D42A27DB-BD31-4B8C-83A1-F6EECF244321}"/>
            </p:extLst>
          </p:nvPr>
        </p:nvGraphicFramePr>
        <p:xfrm>
          <a:off x="590550" y="3762374"/>
          <a:ext cx="5353047" cy="1541144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596252"/>
                <a:gridCol w="1177899"/>
                <a:gridCol w="1497317"/>
                <a:gridCol w="2081504"/>
              </a:tblGrid>
              <a:tr h="351781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id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365760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name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466725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salary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544195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city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68600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103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95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65760" indent="0" algn="l">
                        <a:lnSpc>
                          <a:spcPct val="100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Rahul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95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66725" indent="0" algn="l">
                        <a:lnSpc>
                          <a:spcPct val="100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75000.00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95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544195" indent="0" algn="l">
                        <a:lnSpc>
                          <a:spcPct val="100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4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Mumbai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95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</a:tr>
              <a:tr h="330826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105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65760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Karan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466725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4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80000.00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544195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Bangalore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89555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108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048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65760" indent="0" algn="l">
                        <a:lnSpc>
                          <a:spcPct val="100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Pooja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048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66725" indent="0" algn="l">
                        <a:lnSpc>
                          <a:spcPct val="100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4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72000.00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048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544195" indent="0" algn="l">
                        <a:lnSpc>
                          <a:spcPct val="100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Nagpur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048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</a:tr>
              <a:tr h="300347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112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65760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Vikram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466725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4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78000.00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544195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4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Mumbai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" name="Table"/>
          <p:cNvGraphicFramePr>
            <a:graphicFrameLocks noGrp="1"/>
          </p:cNvGraphicFramePr>
          <p:nvPr>
            <p:ph type="tbl"/>
            <p:extLst>
              <p:ext uri="{D42A27DB-BD31-4B8C-83A1-F6EECF244321}"/>
            </p:extLst>
          </p:nvPr>
        </p:nvGraphicFramePr>
        <p:xfrm>
          <a:off x="6248400" y="3762374"/>
          <a:ext cx="5338444" cy="1540509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622922"/>
                <a:gridCol w="1211567"/>
                <a:gridCol w="1386814"/>
                <a:gridCol w="2117090"/>
              </a:tblGrid>
              <a:tr h="351781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id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389255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name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507365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city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511683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salary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04795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101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95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389255" indent="0" algn="l">
                        <a:lnSpc>
                          <a:spcPct val="100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Amit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95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507365" indent="0" algn="l">
                        <a:lnSpc>
                          <a:spcPct val="100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Nagpur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95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511683" indent="0" algn="l">
                        <a:lnSpc>
                          <a:spcPct val="100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4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70000.00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95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294632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43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104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5232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89255" indent="0" algn="l">
                        <a:lnSpc>
                          <a:spcPct val="100000"/>
                        </a:lnSpc>
                        <a:spcBef>
                          <a:spcPts val="43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Priya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5232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507365" indent="0" algn="l">
                        <a:lnSpc>
                          <a:spcPct val="100000"/>
                        </a:lnSpc>
                        <a:spcBef>
                          <a:spcPts val="43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Nagpur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5232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511683" indent="0" algn="l">
                        <a:lnSpc>
                          <a:spcPct val="100000"/>
                        </a:lnSpc>
                        <a:spcBef>
                          <a:spcPts val="43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4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50000.00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5232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94632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108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048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89255" indent="0" algn="l">
                        <a:lnSpc>
                          <a:spcPct val="100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Pooja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048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507365" indent="0" algn="l">
                        <a:lnSpc>
                          <a:spcPct val="100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Nagpur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048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511683" indent="0" algn="l">
                        <a:lnSpc>
                          <a:spcPct val="100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4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72000.00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048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</a:tr>
              <a:tr h="294632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111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572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89255" indent="0" algn="l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Anjali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572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507365" indent="0" algn="l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Nagpur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572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511683" indent="0" algn="l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4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53000.00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572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4" name="文本框" descr="$PPTXTitle"/>
          <p:cNvSpPr>
            <a:spLocks noGrp="1"/>
          </p:cNvSpPr>
          <p:nvPr>
            <p:ph type="title"/>
          </p:nvPr>
        </p:nvSpPr>
        <p:spPr>
          <a:xfrm rot="0">
            <a:off x="1011237" y="512889"/>
            <a:ext cx="6796404" cy="4508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2850" b="0" i="0" u="none" strike="noStrike" kern="0" cap="none" spc="-11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Filtering</a:t>
            </a:r>
            <a:r>
              <a:rPr lang="en-US" altLang="zh-CN" sz="2850" b="0" i="0" u="none" strike="noStrike" kern="0" cap="none" spc="-31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9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High</a:t>
            </a:r>
            <a:r>
              <a:rPr lang="en-US" altLang="zh-CN" sz="2850" b="0" i="0" u="none" strike="noStrike" kern="0" cap="none" spc="-30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13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Earners</a:t>
            </a:r>
            <a:r>
              <a:rPr lang="en-US" altLang="zh-CN" sz="2850" b="0" i="0" u="none" strike="noStrike" kern="0" cap="none" spc="-30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28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&amp;</a:t>
            </a:r>
            <a:r>
              <a:rPr lang="en-US" altLang="zh-CN" sz="2850" b="0" i="0" u="none" strike="noStrike" kern="0" cap="none" spc="-30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4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Nagpur</a:t>
            </a:r>
            <a:r>
              <a:rPr lang="en-US" altLang="zh-CN" sz="2850" b="0" i="0" u="none" strike="noStrike" kern="0" cap="none" spc="-31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7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Staff</a:t>
            </a:r>
            <a:endParaRPr lang="zh-CN" altLang="en-US" sz="2850" b="0" i="0" u="none" strike="noStrike" kern="0" cap="none" spc="-75" baseline="0">
              <a:solidFill>
                <a:srgbClr val="F7FAFC"/>
              </a:solidFill>
              <a:latin typeface="Arial Black" pitchFamily="0" charset="0"/>
              <a:ea typeface="宋体" pitchFamily="0" charset="0"/>
              <a:cs typeface="Arial Blac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092633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图片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581025" y="2109787"/>
            <a:ext cx="5372099" cy="1428748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96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81025" y="3652837"/>
            <a:ext cx="5372099" cy="136207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97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6238875" y="2109787"/>
            <a:ext cx="5372099" cy="89133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98" name="图片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6238875" y="3115419"/>
            <a:ext cx="5372099" cy="2413841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99" name="图片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590550" y="2119312"/>
            <a:ext cx="5353048" cy="3905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00" name="图片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6248400" y="2119312"/>
            <a:ext cx="5353050" cy="3905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01" name="图片"/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 rot="0">
            <a:off x="581025" y="604837"/>
            <a:ext cx="300035" cy="304799"/>
          </a:xfrm>
          <a:prstGeom prst="rect"/>
          <a:noFill/>
          <a:ln w="12700" cmpd="sng" cap="flat">
            <a:noFill/>
            <a:prstDash val="solid"/>
            <a:miter/>
          </a:ln>
        </p:spPr>
      </p:pic>
      <p:graphicFrame>
        <p:nvGraphicFramePr>
          <p:cNvPr id="102" name="Table"/>
          <p:cNvGraphicFramePr>
            <a:graphicFrameLocks noGrp="1"/>
          </p:cNvGraphicFramePr>
          <p:nvPr>
            <p:ph type="tbl"/>
            <p:extLst>
              <p:ext uri="{D42A27DB-BD31-4B8C-83A1-F6EECF244321}"/>
            </p:extLst>
          </p:nvPr>
        </p:nvGraphicFramePr>
        <p:xfrm>
          <a:off x="590550" y="3657599"/>
          <a:ext cx="5339080" cy="1331595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561464"/>
                <a:gridCol w="3777614"/>
              </a:tblGrid>
              <a:tr h="380356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department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741680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depertmen_count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3835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3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4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Finance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6355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741680" indent="0" algn="l">
                        <a:lnSpc>
                          <a:spcPct val="100000"/>
                        </a:lnSpc>
                        <a:spcBef>
                          <a:spcPts val="3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3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3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6355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</a:tr>
              <a:tr h="313672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45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30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HR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8407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741680" indent="0" algn="l">
                        <a:lnSpc>
                          <a:spcPct val="100000"/>
                        </a:lnSpc>
                        <a:spcBef>
                          <a:spcPts val="45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30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2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8407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13672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-25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IT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93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741680" indent="0" algn="l">
                        <a:lnSpc>
                          <a:spcPct val="100000"/>
                        </a:lnSpc>
                        <a:spcBef>
                          <a:spcPts val="6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50" b="0" i="0" u="none" strike="noStrike" kern="0" cap="none" spc="35" baseline="0">
                          <a:solidFill>
                            <a:srgbClr val="E1E7F0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6</a:t>
                      </a:r>
                      <a:endParaRPr lang="zh-CN" altLang="en-US" sz="9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937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</a:tbl>
          </a:graphicData>
        </a:graphic>
      </p:graphicFrame>
      <p:sp>
        <p:nvSpPr>
          <p:cNvPr id="103" name="矩形"/>
          <p:cNvSpPr>
            <a:spLocks/>
          </p:cNvSpPr>
          <p:nvPr/>
        </p:nvSpPr>
        <p:spPr>
          <a:xfrm rot="0">
            <a:off x="7240908" y="3737493"/>
            <a:ext cx="3368040" cy="12318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75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0" cap="none" spc="-10" baseline="0">
                <a:solidFill>
                  <a:srgbClr val="10B981"/>
                </a:solidFill>
                <a:latin typeface="Courier New" pitchFamily="0" charset="0"/>
                <a:ea typeface="Droid Sans"/>
                <a:cs typeface="Courier New" pitchFamily="0" charset="0"/>
              </a:rPr>
              <a:t>442,000.0</a:t>
            </a:r>
            <a:endParaRPr lang="en-US" altLang="zh-CN" sz="4800" b="0" i="0" u="none" strike="noStrike" kern="0" cap="none" spc="0" baseline="0">
              <a:solidFill>
                <a:schemeClr val="tx1"/>
              </a:solidFill>
              <a:latin typeface="Courier New" pitchFamily="0" charset="0"/>
              <a:ea typeface="Droid Sans"/>
              <a:cs typeface="Courier New" pitchFamily="0" charset="0"/>
            </a:endParaRPr>
          </a:p>
          <a:p>
            <a:pPr marL="0" indent="0" algn="ctr">
              <a:lnSpc>
                <a:spcPts val="4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0" cap="none" spc="-1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TOTAL</a:t>
            </a:r>
            <a:r>
              <a:rPr lang="en-US" altLang="zh-CN" sz="1350" b="1" i="0" u="none" strike="noStrike" kern="0" cap="none" spc="-6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350" b="1" i="0" u="none" strike="noStrike" kern="0" cap="none" spc="-585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I</a:t>
            </a:r>
            <a:r>
              <a:rPr lang="en-US" altLang="zh-CN" sz="7200" b="1" i="0" u="none" strike="noStrike" kern="0" cap="none" spc="-3795" baseline="-25000">
                <a:solidFill>
                  <a:srgbClr val="10B981"/>
                </a:solidFill>
                <a:latin typeface="Courier New" pitchFamily="0" charset="0"/>
                <a:ea typeface="Droid Sans"/>
                <a:cs typeface="Courier New" pitchFamily="0" charset="0"/>
              </a:rPr>
              <a:t>0</a:t>
            </a:r>
            <a:r>
              <a:rPr lang="en-US" altLang="zh-CN" sz="1350" b="1" i="0" u="none" strike="noStrike" kern="0" cap="none" spc="15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T</a:t>
            </a:r>
            <a:r>
              <a:rPr lang="en-US" altLang="zh-CN" sz="1350" b="1" i="0" u="none" strike="noStrike" kern="0" cap="none" spc="-55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350" b="1" i="0" u="none" strike="noStrike" kern="0" cap="none" spc="-10" baseline="0">
                <a:solidFill>
                  <a:srgbClr val="CBD4E1"/>
                </a:solidFill>
                <a:latin typeface="Tahoma" pitchFamily="0" charset="0"/>
                <a:ea typeface="Droid Sans"/>
                <a:cs typeface="Tahoma" pitchFamily="0" charset="0"/>
              </a:rPr>
              <a:t>PAYROLL</a:t>
            </a:r>
            <a:endParaRPr lang="zh-CN" altLang="en-US" sz="13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104" name="文本框" descr="$PPTXTitle"/>
          <p:cNvSpPr>
            <a:spLocks noGrp="1"/>
          </p:cNvSpPr>
          <p:nvPr>
            <p:ph type="title"/>
          </p:nvPr>
        </p:nvSpPr>
        <p:spPr>
          <a:xfrm rot="0">
            <a:off x="1011237" y="512889"/>
            <a:ext cx="5931534" cy="459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2850" b="0" i="0" u="none" strike="noStrike" kern="0" cap="none" spc="-6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Department</a:t>
            </a:r>
            <a:r>
              <a:rPr lang="en-US" altLang="zh-CN" sz="2850" b="0" i="0" u="none" strike="noStrike" kern="0" cap="none" spc="-29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9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Analytics</a:t>
            </a:r>
            <a:r>
              <a:rPr lang="en-US" altLang="zh-CN" sz="2850" b="0" i="0" u="none" strike="noStrike" kern="0" cap="none" spc="-29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28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&amp;</a:t>
            </a:r>
            <a:r>
              <a:rPr lang="en-US" altLang="zh-CN" sz="2850" b="0" i="0" u="none" strike="noStrike" kern="0" cap="none" spc="-29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1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Counts</a:t>
            </a:r>
            <a:endParaRPr lang="zh-CN" altLang="en-US" sz="2850" b="0" i="0" u="none" strike="noStrike" kern="0" cap="none" spc="-10" baseline="0">
              <a:solidFill>
                <a:srgbClr val="F7FAFC"/>
              </a:solidFill>
              <a:latin typeface="Arial Black" pitchFamily="0" charset="0"/>
              <a:ea typeface="宋体" pitchFamily="0" charset="0"/>
              <a:cs typeface="Arial Blac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219447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图片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581025" y="2309812"/>
            <a:ext cx="5372099" cy="133349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06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81025" y="3757612"/>
            <a:ext cx="5372099" cy="15716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07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6238875" y="2309812"/>
            <a:ext cx="5372099" cy="133349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08" name="图片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6238875" y="3757612"/>
            <a:ext cx="5372099" cy="1276348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09" name="图片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590550" y="2319337"/>
            <a:ext cx="5353048" cy="3905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10" name="图片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6248400" y="2319337"/>
            <a:ext cx="5353050" cy="3905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11" name="图片"/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 rot="0">
            <a:off x="581025" y="604837"/>
            <a:ext cx="338135" cy="304799"/>
          </a:xfrm>
          <a:prstGeom prst="rect"/>
          <a:noFill/>
          <a:ln w="12700" cmpd="sng" cap="flat">
            <a:noFill/>
            <a:prstDash val="solid"/>
            <a:miter/>
          </a:ln>
        </p:spPr>
      </p:pic>
      <p:graphicFrame>
        <p:nvGraphicFramePr>
          <p:cNvPr id="112" name="Table"/>
          <p:cNvGraphicFramePr>
            <a:graphicFrameLocks noGrp="1"/>
          </p:cNvGraphicFramePr>
          <p:nvPr>
            <p:ph type="tbl"/>
            <p:extLst>
              <p:ext uri="{D42A27DB-BD31-4B8C-83A1-F6EECF244321}"/>
            </p:extLst>
          </p:nvPr>
        </p:nvGraphicFramePr>
        <p:xfrm>
          <a:off x="590550" y="3762374"/>
          <a:ext cx="5353048" cy="1541144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353820"/>
                <a:gridCol w="3999217"/>
              </a:tblGrid>
              <a:tr h="351781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city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797560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Average_salary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68600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Bangalore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95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797560" indent="0" algn="l">
                        <a:lnSpc>
                          <a:spcPct val="100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5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80000.000000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953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</a:tr>
              <a:tr h="330826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4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Mumbai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797560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4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68333.333333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89555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Nagpur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048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797560" indent="0" algn="l">
                        <a:lnSpc>
                          <a:spcPct val="100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61250.000000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7048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</a:tr>
              <a:tr h="300347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3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Pune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797560" indent="0" algn="l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4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53333.333333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144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3" name="Table"/>
          <p:cNvGraphicFramePr>
            <a:graphicFrameLocks noGrp="1"/>
          </p:cNvGraphicFramePr>
          <p:nvPr>
            <p:ph type="tbl"/>
            <p:extLst>
              <p:ext uri="{D42A27DB-BD31-4B8C-83A1-F6EECF244321}"/>
            </p:extLst>
          </p:nvPr>
        </p:nvGraphicFramePr>
        <p:xfrm>
          <a:off x="6248400" y="3762374"/>
          <a:ext cx="5339714" cy="124587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650239"/>
                <a:gridCol w="1284604"/>
                <a:gridCol w="1262380"/>
                <a:gridCol w="2142490"/>
              </a:tblGrid>
              <a:tr h="351781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id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334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419100" indent="0" algn="l">
                        <a:lnSpc>
                          <a:spcPct val="100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name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334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520065" indent="0" algn="l">
                        <a:lnSpc>
                          <a:spcPct val="100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dept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334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494030" indent="0" algn="l">
                        <a:lnSpc>
                          <a:spcPct val="100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salary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334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04795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43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105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5232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419100" indent="0" algn="l">
                        <a:lnSpc>
                          <a:spcPct val="100000"/>
                        </a:lnSpc>
                        <a:spcBef>
                          <a:spcPts val="43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Karan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5232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520065" indent="0" algn="l">
                        <a:lnSpc>
                          <a:spcPct val="100000"/>
                        </a:lnSpc>
                        <a:spcBef>
                          <a:spcPts val="43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IT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5232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494030" indent="0" algn="l">
                        <a:lnSpc>
                          <a:spcPct val="100000"/>
                        </a:lnSpc>
                        <a:spcBef>
                          <a:spcPts val="43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4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80000.00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5232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294632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50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112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64757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419100" indent="0" algn="l">
                        <a:lnSpc>
                          <a:spcPct val="100000"/>
                        </a:lnSpc>
                        <a:spcBef>
                          <a:spcPts val="50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Vikram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64757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520065" indent="0" algn="l">
                        <a:lnSpc>
                          <a:spcPct val="100000"/>
                        </a:lnSpc>
                        <a:spcBef>
                          <a:spcPts val="50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IT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64757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494030" indent="0" algn="l">
                        <a:lnSpc>
                          <a:spcPct val="100000"/>
                        </a:lnSpc>
                        <a:spcBef>
                          <a:spcPts val="50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4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78000.00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64757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94632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103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382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19100" indent="0" algn="l">
                        <a:lnSpc>
                          <a:spcPct val="100000"/>
                        </a:lnSpc>
                        <a:spcBef>
                          <a:spcPts val="6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Rahul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382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520065" indent="0" algn="l">
                        <a:lnSpc>
                          <a:spcPct val="100000"/>
                        </a:lnSpc>
                        <a:spcBef>
                          <a:spcPts val="6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IT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382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94030" indent="0" algn="l">
                        <a:lnSpc>
                          <a:spcPct val="100000"/>
                        </a:lnSpc>
                        <a:spcBef>
                          <a:spcPts val="6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75000.00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382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</a:tr>
            </a:tbl>
          </a:graphicData>
        </a:graphic>
      </p:graphicFrame>
      <p:sp>
        <p:nvSpPr>
          <p:cNvPr id="114" name="文本框" descr="$PPTXTitle"/>
          <p:cNvSpPr>
            <a:spLocks noGrp="1"/>
          </p:cNvSpPr>
          <p:nvPr>
            <p:ph type="title"/>
          </p:nvPr>
        </p:nvSpPr>
        <p:spPr>
          <a:xfrm rot="0">
            <a:off x="1011237" y="512889"/>
            <a:ext cx="5931534" cy="459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508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2850" b="0" i="0" u="none" strike="noStrike" kern="0" cap="none" spc="-8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Averages</a:t>
            </a:r>
            <a:r>
              <a:rPr lang="en-US" altLang="zh-CN" sz="2850" b="0" i="0" u="none" strike="noStrike" kern="0" cap="none" spc="-30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and</a:t>
            </a:r>
            <a:r>
              <a:rPr lang="en-US" altLang="zh-CN" sz="2850" b="0" i="0" u="none" strike="noStrike" kern="0" cap="none" spc="-30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16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Top</a:t>
            </a:r>
            <a:r>
              <a:rPr lang="en-US" altLang="zh-CN" sz="2850" b="0" i="0" u="none" strike="noStrike" kern="0" cap="none" spc="-30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7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Salaries</a:t>
            </a:r>
            <a:endParaRPr lang="zh-CN" altLang="en-US" sz="2850" b="0" i="0" u="none" strike="noStrike" kern="0" cap="none" spc="-75" baseline="0">
              <a:solidFill>
                <a:srgbClr val="F7FAFC"/>
              </a:solidFill>
              <a:latin typeface="Arial Black" pitchFamily="0" charset="0"/>
              <a:ea typeface="宋体" pitchFamily="0" charset="0"/>
              <a:cs typeface="Arial Blac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027849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图片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581025" y="1905000"/>
            <a:ext cx="5372099" cy="1333498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16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81025" y="3352800"/>
            <a:ext cx="5372099" cy="1276348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17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6238875" y="1905000"/>
            <a:ext cx="5372099" cy="1333498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18" name="图片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6238875" y="3352800"/>
            <a:ext cx="5372099" cy="238124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19" name="图片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590550" y="1914525"/>
            <a:ext cx="5353048" cy="3905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20" name="图片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6248400" y="1914525"/>
            <a:ext cx="5353050" cy="3905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21" name="图片"/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 rot="0">
            <a:off x="581025" y="604837"/>
            <a:ext cx="261935" cy="304799"/>
          </a:xfrm>
          <a:prstGeom prst="rect"/>
          <a:noFill/>
          <a:ln w="12700" cmpd="sng" cap="flat">
            <a:noFill/>
            <a:prstDash val="solid"/>
            <a:miter/>
          </a:ln>
        </p:spPr>
      </p:pic>
      <p:graphicFrame>
        <p:nvGraphicFramePr>
          <p:cNvPr id="122" name="Table"/>
          <p:cNvGraphicFramePr>
            <a:graphicFrameLocks noGrp="1"/>
          </p:cNvGraphicFramePr>
          <p:nvPr>
            <p:ph type="tbl"/>
            <p:extLst>
              <p:ext uri="{D42A27DB-BD31-4B8C-83A1-F6EECF244321}"/>
            </p:extLst>
          </p:nvPr>
        </p:nvGraphicFramePr>
        <p:xfrm>
          <a:off x="590550" y="3357562"/>
          <a:ext cx="5353684" cy="1245235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644524"/>
                <a:gridCol w="1267460"/>
                <a:gridCol w="1179195"/>
                <a:gridCol w="2262505"/>
              </a:tblGrid>
              <a:tr h="351781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id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334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413258" indent="0" algn="l">
                        <a:lnSpc>
                          <a:spcPct val="100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name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334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538480" indent="0" algn="l">
                        <a:lnSpc>
                          <a:spcPct val="100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exp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334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447675" indent="0" algn="l">
                        <a:lnSpc>
                          <a:spcPct val="100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status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9334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75582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43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103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5232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13258" indent="0" algn="l">
                        <a:lnSpc>
                          <a:spcPct val="100000"/>
                        </a:lnSpc>
                        <a:spcBef>
                          <a:spcPts val="43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Rahul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5232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538480" indent="0" algn="l">
                        <a:lnSpc>
                          <a:spcPct val="100000"/>
                        </a:lnSpc>
                        <a:spcBef>
                          <a:spcPts val="43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5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5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5232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47675" indent="0" algn="l">
                        <a:lnSpc>
                          <a:spcPct val="100000"/>
                        </a:lnSpc>
                        <a:spcBef>
                          <a:spcPts val="43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3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Completed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5232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</a:tr>
              <a:tr h="323206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105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334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413258" indent="0" algn="l">
                        <a:lnSpc>
                          <a:spcPct val="100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Karan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334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538480" indent="0" algn="l">
                        <a:lnSpc>
                          <a:spcPct val="100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2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6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334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447675" indent="0" algn="l">
                        <a:lnSpc>
                          <a:spcPct val="100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3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Completed</a:t>
                      </a:r>
                      <a:endParaRPr lang="zh-CN" altLang="en-US" sz="80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93345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94632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108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382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13258" indent="0" algn="l">
                        <a:lnSpc>
                          <a:spcPct val="100000"/>
                        </a:lnSpc>
                        <a:spcBef>
                          <a:spcPts val="6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Pooja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382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538480" indent="0" algn="l">
                        <a:lnSpc>
                          <a:spcPct val="100000"/>
                        </a:lnSpc>
                        <a:spcBef>
                          <a:spcPts val="6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-5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5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382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47675" indent="0" algn="l">
                        <a:lnSpc>
                          <a:spcPct val="100000"/>
                        </a:lnSpc>
                        <a:spcBef>
                          <a:spcPts val="6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i="0" u="none" strike="noStrike" kern="0" cap="none" spc="3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Completed</a:t>
                      </a:r>
                      <a:endParaRPr lang="zh-CN" altLang="en-US" sz="80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382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3" name="Table"/>
          <p:cNvGraphicFramePr>
            <a:graphicFrameLocks noGrp="1"/>
          </p:cNvGraphicFramePr>
          <p:nvPr>
            <p:ph type="tbl"/>
            <p:extLst>
              <p:ext uri="{D42A27DB-BD31-4B8C-83A1-F6EECF244321}"/>
            </p:extLst>
          </p:nvPr>
        </p:nvGraphicFramePr>
        <p:xfrm>
          <a:off x="6248400" y="3357562"/>
          <a:ext cx="5351779" cy="2835274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619760"/>
                <a:gridCol w="1228090"/>
                <a:gridCol w="1413510"/>
                <a:gridCol w="2090407"/>
              </a:tblGrid>
              <a:tr h="284478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5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id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401955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name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511683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dept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546100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rgbClr val="37BDF7"/>
                          </a:solidFill>
                          <a:latin typeface="Arial Black" pitchFamily="0" charset="0"/>
                          <a:ea typeface="宋体" pitchFamily="0" charset="0"/>
                          <a:cs typeface="Arial Black" pitchFamily="0" charset="0"/>
                        </a:rPr>
                        <a:t>salary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Arial Black" pitchFamily="0" charset="0"/>
                        <a:ea typeface="宋体" pitchFamily="0" charset="0"/>
                        <a:cs typeface="Arial Black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7777">
                <a:tc gridSpan="4"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00" b="0" i="0" u="none" strike="noStrike" kern="0" cap="none" spc="0" baseline="0">
                        <a:solidFill>
                          <a:schemeClr val="tx1"/>
                        </a:solidFill>
                        <a:latin typeface="Times New Roman" pitchFamily="0" charset="0"/>
                        <a:ea typeface="宋体" pitchFamily="0" charset="0"/>
                        <a:cs typeface="Times New Roman" pitchFamily="0" charset="0"/>
                      </a:endParaRPr>
                    </a:p>
                  </a:txBody>
                  <a:tcPr marL="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</a:tr>
              <a:tr h="226691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101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286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01955" indent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Amit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286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511683" indent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IT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286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546100" indent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70000.00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22860" marR="0" marB="0" vert="horz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</a:tr>
              <a:tr h="309872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103</a:t>
                      </a:r>
                      <a:endParaRPr lang="zh-CN" altLang="en-US" sz="7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401955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Rahul</a:t>
                      </a:r>
                      <a:endParaRPr lang="zh-CN" altLang="en-US" sz="7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511683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IT</a:t>
                      </a:r>
                      <a:endParaRPr lang="zh-CN" altLang="en-US" sz="7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546100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75000.00</a:t>
                      </a:r>
                      <a:endParaRPr lang="zh-CN" altLang="en-US" sz="7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259066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104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58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01955" indent="0" algn="l">
                        <a:lnSpc>
                          <a:spcPct val="10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Priya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58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511683" indent="0" algn="l">
                        <a:lnSpc>
                          <a:spcPct val="10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Finance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58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546100" indent="0" algn="l">
                        <a:lnSpc>
                          <a:spcPct val="10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50000.00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558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ED7E7"/>
                    </a:solidFill>
                  </a:tcPr>
                </a:tc>
              </a:tr>
              <a:tr h="317492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105</a:t>
                      </a:r>
                      <a:endParaRPr lang="zh-CN" altLang="en-US" sz="7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401955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Karan</a:t>
                      </a:r>
                      <a:endParaRPr lang="zh-CN" altLang="en-US" sz="7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511683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IT</a:t>
                      </a:r>
                      <a:endParaRPr lang="zh-CN" altLang="en-US" sz="7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546100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80000.00</a:t>
                      </a:r>
                      <a:endParaRPr lang="zh-CN" altLang="en-US" sz="7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1456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107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762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01955" indent="0" algn="l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Arjun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762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511683" indent="0" algn="l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Finance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762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546100" indent="0" algn="l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52000.00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47625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</a:tr>
              <a:tr h="300347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108</a:t>
                      </a:r>
                      <a:endParaRPr lang="zh-CN" altLang="en-US" sz="7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401955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Pooja</a:t>
                      </a:r>
                      <a:endParaRPr lang="zh-CN" altLang="en-US" sz="7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511683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IT</a:t>
                      </a:r>
                      <a:endParaRPr lang="zh-CN" altLang="en-US" sz="7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546100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72000.00</a:t>
                      </a:r>
                      <a:endParaRPr lang="zh-CN" altLang="en-US" sz="7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68600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50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110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64757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01955" indent="0" algn="l">
                        <a:lnSpc>
                          <a:spcPct val="100000"/>
                        </a:lnSpc>
                        <a:spcBef>
                          <a:spcPts val="50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Mohit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64757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511683" indent="0" algn="l">
                        <a:lnSpc>
                          <a:spcPct val="100000"/>
                        </a:lnSpc>
                        <a:spcBef>
                          <a:spcPts val="50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IT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64757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546100" indent="0" algn="l">
                        <a:lnSpc>
                          <a:spcPct val="100000"/>
                        </a:lnSpc>
                        <a:spcBef>
                          <a:spcPts val="50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67000.00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64757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</a:tr>
              <a:tr h="284478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5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111</a:t>
                      </a:r>
                      <a:endParaRPr lang="zh-CN" altLang="en-US" sz="7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401955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Anjali</a:t>
                      </a:r>
                      <a:endParaRPr lang="zh-CN" altLang="en-US" sz="7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511683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Finance</a:t>
                      </a:r>
                      <a:endParaRPr lang="zh-CN" altLang="en-US" sz="7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546100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bg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53000.00</a:t>
                      </a:r>
                      <a:endParaRPr lang="zh-CN" altLang="en-US" sz="750" b="0" i="0" u="none" strike="noStrike" kern="0" cap="none" spc="0" baseline="0">
                        <a:solidFill>
                          <a:schemeClr val="bg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274954">
                <a:tc>
                  <a:txBody>
                    <a:bodyPr/>
                    <a:lstStyle/>
                    <a:p>
                      <a:pPr marL="57150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112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01955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Vikram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511683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25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IT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546100" indent="0" algn="l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50" b="0" i="0" u="none" strike="noStrike" kern="0" cap="none" spc="-10" baseline="0">
                          <a:solidFill>
                            <a:schemeClr val="tx1"/>
                          </a:solidFill>
                          <a:latin typeface="Tahoma" pitchFamily="0" charset="0"/>
                          <a:ea typeface="宋体" pitchFamily="0" charset="0"/>
                          <a:cs typeface="Tahoma" pitchFamily="0" charset="0"/>
                        </a:rPr>
                        <a:t>78000.00</a:t>
                      </a:r>
                      <a:endParaRPr lang="zh-CN" altLang="en-US" sz="750" b="0" i="0" u="none" strike="noStrike" kern="0" cap="none" spc="0" baseline="0">
                        <a:solidFill>
                          <a:schemeClr val="tx1"/>
                        </a:solidFill>
                        <a:latin typeface="Tahoma" pitchFamily="0" charset="0"/>
                        <a:ea typeface="宋体" pitchFamily="0" charset="0"/>
                        <a:cs typeface="Tahoma" pitchFamily="0" charset="0"/>
                      </a:endParaRPr>
                    </a:p>
                  </a:txBody>
                  <a:tcPr marL="0" marT="8128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29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</a:tr>
            </a:tbl>
          </a:graphicData>
        </a:graphic>
      </p:graphicFrame>
      <p:sp>
        <p:nvSpPr>
          <p:cNvPr id="124" name="文本框" descr="$PPTXTitle"/>
          <p:cNvSpPr>
            <a:spLocks noGrp="1"/>
          </p:cNvSpPr>
          <p:nvPr>
            <p:ph type="title"/>
          </p:nvPr>
        </p:nvSpPr>
        <p:spPr>
          <a:xfrm rot="0">
            <a:off x="973137" y="512889"/>
            <a:ext cx="5849620" cy="459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2850" b="0" i="0" u="none" strike="noStrike" kern="0" cap="none" spc="-6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Completed</a:t>
            </a:r>
            <a:r>
              <a:rPr lang="en-US" altLang="zh-CN" sz="2850" b="0" i="0" u="none" strike="noStrike" kern="0" cap="none" spc="-31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15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Projects</a:t>
            </a:r>
            <a:r>
              <a:rPr lang="en-US" altLang="zh-CN" sz="2850" b="0" i="0" u="none" strike="noStrike" kern="0" cap="none" spc="-31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28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&amp;</a:t>
            </a:r>
            <a:r>
              <a:rPr lang="en-US" altLang="zh-CN" sz="2850" b="0" i="0" u="none" strike="noStrike" kern="0" cap="none" spc="-31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34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HR</a:t>
            </a:r>
            <a:r>
              <a:rPr lang="en-US" altLang="zh-CN" sz="2850" b="0" i="0" u="none" strike="noStrike" kern="0" cap="none" spc="-31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2850" b="0" i="0" u="none" strike="noStrike" kern="0" cap="none" spc="-10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Filters</a:t>
            </a:r>
            <a:endParaRPr lang="zh-CN" altLang="en-US" sz="2850" b="0" i="0" u="none" strike="noStrike" kern="0" cap="none" spc="-105" baseline="0">
              <a:solidFill>
                <a:srgbClr val="F7FAFC"/>
              </a:solidFill>
              <a:latin typeface="Arial Black" pitchFamily="0" charset="0"/>
              <a:ea typeface="宋体" pitchFamily="0" charset="0"/>
              <a:cs typeface="Arial Blac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58548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文本框" descr="$PPTXTitle"/>
          <p:cNvSpPr>
            <a:spLocks noGrp="1"/>
          </p:cNvSpPr>
          <p:nvPr>
            <p:ph type="title"/>
          </p:nvPr>
        </p:nvSpPr>
        <p:spPr>
          <a:xfrm rot="0">
            <a:off x="2215754" y="2488468"/>
            <a:ext cx="7759700" cy="17329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635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4050" b="0" i="0" u="none" strike="noStrike" kern="0" cap="none" spc="-85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Database</a:t>
            </a:r>
            <a:r>
              <a:rPr lang="en-US" altLang="zh-CN" sz="4050" b="0" i="0" u="none" strike="noStrike" kern="0" cap="none" spc="-459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4050" b="0" i="0" u="none" strike="noStrike" kern="0" cap="none" spc="-25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Lab</a:t>
            </a:r>
            <a:r>
              <a:rPr lang="en-US" altLang="zh-CN" sz="4050" b="0" i="0" u="none" strike="noStrike" kern="0" cap="none" spc="-459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4050" b="0" i="0" u="none" strike="noStrike" kern="0" cap="none" spc="-10" baseline="0">
                <a:solidFill>
                  <a:srgbClr val="F7FAFC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Summary</a:t>
            </a:r>
            <a:endParaRPr lang="en-US" altLang="zh-CN" sz="4050" b="0" i="0" u="none" strike="noStrike" kern="0" cap="none" spc="0" baseline="0">
              <a:solidFill>
                <a:srgbClr val="F7FAFC"/>
              </a:solidFill>
              <a:latin typeface="Arial Black" pitchFamily="0" charset="0"/>
              <a:ea typeface="宋体" pitchFamily="0" charset="0"/>
              <a:cs typeface="Arial Black" pitchFamily="0" charset="0"/>
            </a:endParaRPr>
          </a:p>
          <a:p>
            <a:pPr marL="12065" indent="0" algn="ctr">
              <a:lnSpc>
                <a:spcPct val="160000"/>
              </a:lnSpc>
              <a:spcBef>
                <a:spcPts val="805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0" cap="none" spc="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Throughout</a:t>
            </a:r>
            <a:r>
              <a:rPr lang="en-US" altLang="zh-CN" sz="1350" b="0" i="0" u="none" strike="noStrike" kern="0" cap="none" spc="85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this</a:t>
            </a:r>
            <a:r>
              <a:rPr lang="en-US" altLang="zh-CN" sz="1350" b="0" i="0" u="none" strike="noStrike" kern="0" cap="none" spc="9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execution</a:t>
            </a:r>
            <a:r>
              <a:rPr lang="en-US" altLang="zh-CN" sz="1350" b="0" i="0" u="none" strike="noStrike" kern="0" cap="none" spc="9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workflow,</a:t>
            </a:r>
            <a:r>
              <a:rPr lang="en-US" altLang="zh-CN" sz="1350" b="0" i="0" u="none" strike="noStrike" kern="0" cap="none" spc="9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7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we</a:t>
            </a:r>
            <a:r>
              <a:rPr lang="en-US" altLang="zh-CN" sz="1350" b="0" i="0" u="none" strike="noStrike" kern="0" cap="none" spc="9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75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successfully</a:t>
            </a:r>
            <a:r>
              <a:rPr lang="en-US" altLang="zh-CN" sz="1350" b="0" i="0" u="none" strike="noStrike" kern="0" cap="none" spc="9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55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configured</a:t>
            </a:r>
            <a:r>
              <a:rPr lang="en-US" altLang="zh-CN" sz="1350" b="0" i="0" u="none" strike="noStrike" kern="0" cap="none" spc="85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the</a:t>
            </a:r>
            <a:r>
              <a:rPr lang="en-US" altLang="zh-CN" sz="1350" b="0" i="0" u="none" strike="noStrike" kern="0" cap="none" spc="13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1" i="0" u="none" strike="noStrike" kern="0" cap="none" spc="-1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Schema</a:t>
            </a:r>
            <a:r>
              <a:rPr lang="en-US" altLang="zh-CN" sz="1350" b="1" i="0" u="none" strike="noStrike" kern="0" cap="none" spc="35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1" i="0" u="none" strike="noStrike" kern="0" cap="none" spc="-3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DDL</a:t>
            </a:r>
            <a:r>
              <a:rPr lang="en-US" altLang="zh-CN" sz="1350" b="0" i="0" u="none" strike="noStrike" kern="0" cap="none" spc="-3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,</a:t>
            </a:r>
            <a:r>
              <a:rPr lang="en-US" altLang="zh-CN" sz="1350" b="0" i="0" u="none" strike="noStrike" kern="0" cap="none" spc="9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55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loaded</a:t>
            </a:r>
            <a:r>
              <a:rPr lang="en-US" altLang="zh-CN" sz="1350" b="0" i="0" u="none" strike="noStrike" kern="0" cap="none" spc="9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55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seed </a:t>
            </a:r>
            <a:r>
              <a:rPr lang="en-US" altLang="zh-CN" sz="1350" b="0" i="0" u="none" strike="noStrike" kern="0" cap="none" spc="5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records,</a:t>
            </a:r>
            <a:r>
              <a:rPr lang="en-US" altLang="zh-CN" sz="1350" b="0" i="0" u="none" strike="noStrike" kern="0" cap="none" spc="6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5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managed</a:t>
            </a:r>
            <a:r>
              <a:rPr lang="en-US" altLang="zh-CN" sz="1350" b="0" i="0" u="none" strike="noStrike" kern="0" cap="none" spc="6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transactional</a:t>
            </a:r>
            <a:r>
              <a:rPr lang="en-US" altLang="zh-CN" sz="1350" b="0" i="0" u="none" strike="noStrike" kern="0" cap="none" spc="65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45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updates</a:t>
            </a:r>
            <a:r>
              <a:rPr lang="en-US" altLang="zh-CN" sz="1350" b="0" i="0" u="none" strike="noStrike" kern="0" cap="none" spc="6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-1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(</a:t>
            </a:r>
            <a:r>
              <a:rPr lang="en-US" altLang="zh-CN" sz="1350" b="1" i="0" u="none" strike="noStrike" kern="0" cap="none" spc="-1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DML</a:t>
            </a:r>
            <a:r>
              <a:rPr lang="en-US" altLang="zh-CN" sz="1350" b="0" i="0" u="none" strike="noStrike" kern="0" cap="none" spc="-1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),</a:t>
            </a:r>
            <a:r>
              <a:rPr lang="en-US" altLang="zh-CN" sz="1350" b="0" i="0" u="none" strike="noStrike" kern="0" cap="none" spc="65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deleted</a:t>
            </a:r>
            <a:r>
              <a:rPr lang="en-US" altLang="zh-CN" sz="1350" b="0" i="0" u="none" strike="noStrike" kern="0" cap="none" spc="6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records </a:t>
            </a:r>
            <a:r>
              <a:rPr lang="en-US" altLang="zh-CN" sz="1350" b="0" i="0" u="none" strike="noStrike" kern="0" cap="none" spc="55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correctly</a:t>
            </a:r>
            <a:r>
              <a:rPr lang="en-US" altLang="zh-CN" sz="1350" b="0" i="0" u="none" strike="noStrike" kern="0" cap="none" spc="65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with</a:t>
            </a:r>
            <a:r>
              <a:rPr lang="en-US" altLang="zh-CN" sz="1350" b="0" i="0" u="none" strike="noStrike" kern="0" cap="none" spc="6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4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reference </a:t>
            </a:r>
            <a:r>
              <a:rPr lang="en-US" altLang="zh-CN" sz="1350" b="0" i="0" u="none" strike="noStrike" kern="0" cap="none" spc="1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constraints,</a:t>
            </a:r>
            <a:r>
              <a:rPr lang="en-US" altLang="zh-CN" sz="1350" b="0" i="0" u="none" strike="noStrike" kern="0" cap="none" spc="135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1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and</a:t>
            </a:r>
            <a:r>
              <a:rPr lang="en-US" altLang="zh-CN" sz="1350" b="0" i="0" u="none" strike="noStrike" kern="0" cap="none" spc="14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5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resolved</a:t>
            </a:r>
            <a:r>
              <a:rPr lang="en-US" altLang="zh-CN" sz="1350" b="0" i="0" u="none" strike="noStrike" kern="0" cap="none" spc="14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65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complex</a:t>
            </a:r>
            <a:r>
              <a:rPr lang="en-US" altLang="zh-CN" sz="1350" b="0" i="0" u="none" strike="noStrike" kern="0" cap="none" spc="14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1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analytical</a:t>
            </a:r>
            <a:r>
              <a:rPr lang="en-US" altLang="zh-CN" sz="1350" b="0" i="0" u="none" strike="noStrike" kern="0" cap="none" spc="135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1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filtering</a:t>
            </a:r>
            <a:r>
              <a:rPr lang="en-US" altLang="zh-CN" sz="1350" b="0" i="0" u="none" strike="noStrike" kern="0" cap="none" spc="14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1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and</a:t>
            </a:r>
            <a:r>
              <a:rPr lang="en-US" altLang="zh-CN" sz="1350" b="0" i="0" u="none" strike="noStrike" kern="0" cap="none" spc="14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1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aggregate</a:t>
            </a:r>
            <a:r>
              <a:rPr lang="en-US" altLang="zh-CN" sz="1350" b="0" i="0" u="none" strike="noStrike" kern="0" cap="none" spc="14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1350" b="0" i="0" u="none" strike="noStrike" kern="0" cap="none" spc="-10" baseline="0">
                <a:solidFill>
                  <a:srgbClr val="CBD4E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statistics.</a:t>
            </a:r>
            <a:endParaRPr lang="zh-CN" altLang="en-US" sz="1350" b="0" i="0" u="none" strike="noStrike" kern="0" cap="none" spc="0" baseline="0">
              <a:solidFill>
                <a:srgbClr val="F7FAFC"/>
              </a:solidFill>
              <a:latin typeface="Tahoma" pitchFamily="0" charset="0"/>
              <a:ea typeface="宋体" pitchFamily="0" charset="0"/>
              <a:cs typeface="Tahoma" pitchFamily="0" charset="0"/>
            </a:endParaRPr>
          </a:p>
        </p:txBody>
      </p:sp>
      <p:sp>
        <p:nvSpPr>
          <p:cNvPr id="134" name="矩形"/>
          <p:cNvSpPr>
            <a:spLocks/>
          </p:cNvSpPr>
          <p:nvPr/>
        </p:nvSpPr>
        <p:spPr>
          <a:xfrm rot="0">
            <a:off x="3297237" y="4536767"/>
            <a:ext cx="5597525" cy="1968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5875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Prepared</a:t>
            </a:r>
            <a:r>
              <a:rPr lang="en-US" altLang="zh-CN" sz="1100" b="0" i="0" u="none" strike="noStrike" kern="0" cap="none" spc="35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 </a:t>
            </a:r>
            <a:r>
              <a:rPr lang="en-US" altLang="zh-CN" sz="1100" b="0" i="0" u="none" strike="noStrike" kern="0" cap="none" spc="0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by</a:t>
            </a:r>
            <a:r>
              <a:rPr lang="en-US" altLang="zh-CN" sz="1100" b="0" i="0" u="none" strike="noStrike" kern="0" cap="none" spc="40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 </a:t>
            </a:r>
            <a:r>
              <a:rPr lang="en-US" altLang="zh-CN" sz="1100" b="0" i="0" u="none" strike="noStrike" kern="0" cap="none" spc="0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Sunita</a:t>
            </a:r>
            <a:r>
              <a:rPr lang="en-US" altLang="zh-CN" sz="1100" b="0" i="0" u="none" strike="noStrike" kern="0" cap="none" spc="35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 </a:t>
            </a:r>
            <a:r>
              <a:rPr lang="en-US" altLang="zh-CN" sz="1100" b="0" i="0" u="none" strike="noStrike" kern="0" cap="none" spc="0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palkar</a:t>
            </a:r>
            <a:r>
              <a:rPr lang="en-US" altLang="zh-CN" sz="1100" b="0" i="0" u="none" strike="noStrike" kern="0" cap="none" spc="40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 </a:t>
            </a:r>
            <a:r>
              <a:rPr lang="en-US" altLang="zh-CN" sz="1100" b="0" i="0" u="none" strike="noStrike" kern="0" cap="none" spc="0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|</a:t>
            </a:r>
            <a:r>
              <a:rPr lang="en-US" altLang="zh-CN" sz="1100" b="0" i="0" u="none" strike="noStrike" kern="0" cap="none" spc="35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 </a:t>
            </a:r>
            <a:r>
              <a:rPr lang="en-US" altLang="zh-CN" sz="1100" b="0" i="0" u="none" strike="noStrike" kern="0" cap="none" spc="0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Guided</a:t>
            </a:r>
            <a:r>
              <a:rPr lang="en-US" altLang="zh-CN" sz="1100" b="0" i="0" u="none" strike="noStrike" kern="0" cap="none" spc="40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 </a:t>
            </a:r>
            <a:r>
              <a:rPr lang="en-US" altLang="zh-CN" sz="1100" b="0" i="0" u="none" strike="noStrike" kern="0" cap="none" spc="0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by</a:t>
            </a:r>
            <a:r>
              <a:rPr lang="en-US" altLang="zh-CN" sz="1100" b="0" i="0" u="none" strike="noStrike" kern="0" cap="none" spc="35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 </a:t>
            </a:r>
            <a:r>
              <a:rPr lang="en-US" altLang="zh-CN" sz="1100" b="0" i="0" u="none" strike="noStrike" kern="0" cap="none" spc="0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Mangesh</a:t>
            </a:r>
            <a:r>
              <a:rPr lang="en-US" altLang="zh-CN" sz="1100" b="0" i="0" u="none" strike="noStrike" kern="0" cap="none" spc="40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 </a:t>
            </a:r>
            <a:r>
              <a:rPr lang="en-US" altLang="zh-CN" sz="1100" b="0" i="0" u="none" strike="noStrike" kern="0" cap="none" spc="0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Sir</a:t>
            </a:r>
            <a:r>
              <a:rPr lang="en-US" altLang="zh-CN" sz="1100" b="0" i="0" u="none" strike="noStrike" kern="0" cap="none" spc="35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 </a:t>
            </a:r>
            <a:r>
              <a:rPr lang="en-US" altLang="zh-CN" sz="1100" b="0" i="0" u="none" strike="noStrike" kern="0" cap="none" spc="0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|</a:t>
            </a:r>
            <a:r>
              <a:rPr lang="en-US" altLang="zh-CN" sz="1100" b="0" i="0" u="none" strike="noStrike" kern="0" cap="none" spc="40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 </a:t>
            </a:r>
            <a:r>
              <a:rPr lang="en-US" altLang="zh-CN" sz="1100" b="0" i="0" u="none" strike="noStrike" kern="0" cap="none" spc="0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Task</a:t>
            </a:r>
            <a:r>
              <a:rPr lang="en-US" altLang="zh-CN" sz="1100" b="0" i="0" u="none" strike="noStrike" kern="0" cap="none" spc="35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 </a:t>
            </a:r>
            <a:r>
              <a:rPr lang="en-US" altLang="zh-CN" sz="1100" b="0" i="0" u="none" strike="noStrike" kern="0" cap="none" spc="-10" baseline="0">
                <a:solidFill>
                  <a:srgbClr val="37BDF7"/>
                </a:solidFill>
                <a:latin typeface="Courier New" pitchFamily="0" charset="0"/>
                <a:ea typeface="Droid Sans"/>
                <a:cs typeface="Courier New" pitchFamily="0" charset="0"/>
              </a:rPr>
              <a:t>Complete</a:t>
            </a:r>
            <a:endParaRPr lang="zh-CN" altLang="en-US" sz="1100" b="0" i="0" u="none" strike="noStrike" kern="0" cap="none" spc="0" baseline="0">
              <a:solidFill>
                <a:schemeClr val="tx1"/>
              </a:solidFill>
              <a:latin typeface="Courier New" pitchFamily="0" charset="0"/>
              <a:ea typeface="Droid Sans"/>
              <a:cs typeface="Courier New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674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19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Copy of SQL Employee Database Operations</dc:title>
  <dc:creator>SAM</dc:creator>
  <cp:lastModifiedBy>root</cp:lastModifiedBy>
  <cp:revision>3</cp:revision>
  <dcterms:created xsi:type="dcterms:W3CDTF">2026-06-23T10:15:57Z</dcterms:created>
  <dcterms:modified xsi:type="dcterms:W3CDTF">2026-10-02T03:17:48Z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Converter">
    <vt:lpwstr>SolidFramework v10.0.19910.1</vt:lpwstr>
  </property>
  <property fmtid="{D5CDD505-2E9C-101B-9397-08002B2CF9AE}" pid="3" name="Created">
    <vt:filetime>2026-06-22T16:00:00Z</vt:filetime>
  </property>
  <property fmtid="{D5CDD505-2E9C-101B-9397-08002B2CF9AE}" pid="4" name="Creator">
    <vt:lpwstr>Google</vt:lpwstr>
  </property>
  <property fmtid="{D5CDD505-2E9C-101B-9397-08002B2CF9AE}" pid="5" name="LastSaved">
    <vt:filetime>2026-06-22T16:00:00Z</vt:filetime>
  </property>
</Properties>
</file>